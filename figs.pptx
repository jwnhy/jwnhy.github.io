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6" userDrawn="1">
          <p15:clr>
            <a:srgbClr val="A4A3A4"/>
          </p15:clr>
        </p15:guide>
        <p15:guide id="2" pos="385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86"/>
        <p:guide pos="3858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s 2"/>
          <p:cNvSpPr/>
          <p:nvPr/>
        </p:nvSpPr>
        <p:spPr>
          <a:xfrm>
            <a:off x="3224530" y="1837690"/>
            <a:ext cx="274320" cy="27432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Rectangles 5"/>
          <p:cNvSpPr/>
          <p:nvPr/>
        </p:nvSpPr>
        <p:spPr>
          <a:xfrm>
            <a:off x="3498850" y="1837690"/>
            <a:ext cx="274320" cy="27432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Rectangles 6"/>
          <p:cNvSpPr/>
          <p:nvPr/>
        </p:nvSpPr>
        <p:spPr>
          <a:xfrm>
            <a:off x="3773170" y="1837690"/>
            <a:ext cx="274320" cy="27432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Rectangles 7"/>
          <p:cNvSpPr/>
          <p:nvPr/>
        </p:nvSpPr>
        <p:spPr>
          <a:xfrm>
            <a:off x="4047490" y="1837690"/>
            <a:ext cx="274320" cy="27432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Rectangles 8"/>
          <p:cNvSpPr/>
          <p:nvPr/>
        </p:nvSpPr>
        <p:spPr>
          <a:xfrm>
            <a:off x="3224530" y="2117090"/>
            <a:ext cx="274320" cy="27432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Rectangles 9"/>
          <p:cNvSpPr/>
          <p:nvPr/>
        </p:nvSpPr>
        <p:spPr>
          <a:xfrm>
            <a:off x="3498850" y="2117090"/>
            <a:ext cx="274320" cy="27432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Rectangles 10"/>
          <p:cNvSpPr/>
          <p:nvPr/>
        </p:nvSpPr>
        <p:spPr>
          <a:xfrm>
            <a:off x="3773170" y="2117090"/>
            <a:ext cx="274320" cy="27432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Rectangles 11"/>
          <p:cNvSpPr/>
          <p:nvPr/>
        </p:nvSpPr>
        <p:spPr>
          <a:xfrm>
            <a:off x="4047490" y="2117090"/>
            <a:ext cx="274320" cy="27432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" name="Rectangles 12"/>
          <p:cNvSpPr/>
          <p:nvPr/>
        </p:nvSpPr>
        <p:spPr>
          <a:xfrm>
            <a:off x="3224530" y="2396490"/>
            <a:ext cx="274320" cy="27432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Rectangles 13"/>
          <p:cNvSpPr/>
          <p:nvPr/>
        </p:nvSpPr>
        <p:spPr>
          <a:xfrm>
            <a:off x="3498850" y="2396490"/>
            <a:ext cx="274320" cy="27432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Rectangles 14"/>
          <p:cNvSpPr/>
          <p:nvPr/>
        </p:nvSpPr>
        <p:spPr>
          <a:xfrm>
            <a:off x="3773170" y="2396490"/>
            <a:ext cx="274320" cy="27432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" name="Rectangles 15"/>
          <p:cNvSpPr/>
          <p:nvPr/>
        </p:nvSpPr>
        <p:spPr>
          <a:xfrm>
            <a:off x="4047490" y="2396490"/>
            <a:ext cx="274320" cy="27432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Rectangles 16"/>
          <p:cNvSpPr/>
          <p:nvPr/>
        </p:nvSpPr>
        <p:spPr>
          <a:xfrm>
            <a:off x="3224530" y="2675890"/>
            <a:ext cx="274320" cy="27432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8" name="Rectangles 17"/>
          <p:cNvSpPr/>
          <p:nvPr/>
        </p:nvSpPr>
        <p:spPr>
          <a:xfrm>
            <a:off x="3498850" y="2675890"/>
            <a:ext cx="274320" cy="27432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" name="Rectangles 18"/>
          <p:cNvSpPr/>
          <p:nvPr/>
        </p:nvSpPr>
        <p:spPr>
          <a:xfrm>
            <a:off x="3773170" y="2675890"/>
            <a:ext cx="274320" cy="27432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" name="Rectangles 19"/>
          <p:cNvSpPr/>
          <p:nvPr/>
        </p:nvSpPr>
        <p:spPr>
          <a:xfrm>
            <a:off x="4047490" y="2675890"/>
            <a:ext cx="274320" cy="27432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2" name="Text Box 21"/>
          <p:cNvSpPr txBox="1"/>
          <p:nvPr/>
        </p:nvSpPr>
        <p:spPr>
          <a:xfrm>
            <a:off x="1056640" y="2226945"/>
            <a:ext cx="1699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[0.1,0.3,0.5,0.6]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 Box 22"/>
              <p:cNvSpPr txBox="1"/>
              <p:nvPr/>
            </p:nvSpPr>
            <p:spPr>
              <a:xfrm>
                <a:off x="3173032" y="1473136"/>
                <a:ext cx="1409065" cy="38227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𝑊</m:t>
                          </m:r>
                        </m:e>
                        <m:sub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∗</m:t>
                          </m:r>
                        </m:sub>
                        <m:sup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𝑇</m:t>
                          </m:r>
                        </m:sup>
                      </m:sSubSup>
                      <m:r>
                        <a:rPr lang="en-US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[</m:t>
                      </m:r>
                      <m:r>
                        <a:rPr lang="en-US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𝐻</m:t>
                      </m:r>
                      <m:r>
                        <a:rPr lang="en-US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,</m:t>
                      </m:r>
                      <m:r>
                        <a:rPr lang="en-US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𝐻</m:t>
                      </m:r>
                      <m:r>
                        <a:rPr lang="en-US" i="1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]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23" name="Text 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3032" y="1473136"/>
                <a:ext cx="1409065" cy="382270"/>
              </a:xfrm>
              <a:prstGeom prst="rect">
                <a:avLst/>
              </a:prstGeom>
              <a:blipFill rotWithShape="1">
                <a:blip r:embed="rId1"/>
                <a:stretch>
                  <a:fillRect l="-41" t="-149" r="41" b="14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 Box 23"/>
          <p:cNvSpPr txBox="1"/>
          <p:nvPr/>
        </p:nvSpPr>
        <p:spPr>
          <a:xfrm>
            <a:off x="1056577" y="1979231"/>
            <a:ext cx="2844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i="1">
                <a:latin typeface="Times New Roman" panose="02020603050405020304" charset="0"/>
                <a:cs typeface="Times New Roman" panose="02020603050405020304" charset="0"/>
              </a:rPr>
              <a:t>x</a:t>
            </a:r>
            <a:endParaRPr lang="en-US" i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5" name="Multiply 24"/>
          <p:cNvSpPr/>
          <p:nvPr/>
        </p:nvSpPr>
        <p:spPr>
          <a:xfrm>
            <a:off x="2643505" y="2186940"/>
            <a:ext cx="436880" cy="448945"/>
          </a:xfrm>
          <a:prstGeom prst="mathMultiply">
            <a:avLst>
              <a:gd name="adj1" fmla="val 151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6" name="Equal 25"/>
          <p:cNvSpPr/>
          <p:nvPr/>
        </p:nvSpPr>
        <p:spPr>
          <a:xfrm>
            <a:off x="4465955" y="2145665"/>
            <a:ext cx="288290" cy="490220"/>
          </a:xfrm>
          <a:prstGeom prst="mathEqual">
            <a:avLst>
              <a:gd name="adj1" fmla="val 15104"/>
              <a:gd name="adj2" fmla="val 1176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7" name="Text Box 36"/>
          <p:cNvSpPr txBox="1"/>
          <p:nvPr/>
        </p:nvSpPr>
        <p:spPr>
          <a:xfrm>
            <a:off x="5873750" y="2145665"/>
            <a:ext cx="499745" cy="6064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70000"/>
              </a:lnSpc>
            </a:pPr>
            <a:r>
              <a:rPr lang="en-US" sz="1200">
                <a:latin typeface="Times New Roman" panose="02020603050405020304" charset="0"/>
                <a:cs typeface="Times New Roman" panose="02020603050405020304" charset="0"/>
              </a:rPr>
              <a:t>0.1</a:t>
            </a:r>
            <a:endParaRPr lang="en-US" sz="1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0000"/>
              </a:lnSpc>
            </a:pPr>
            <a:r>
              <a:rPr lang="en-US" sz="1200">
                <a:latin typeface="Times New Roman" panose="02020603050405020304" charset="0"/>
                <a:cs typeface="Times New Roman" panose="02020603050405020304" charset="0"/>
              </a:rPr>
              <a:t>0.3</a:t>
            </a:r>
            <a:endParaRPr lang="en-US" sz="1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0000"/>
              </a:lnSpc>
            </a:pPr>
            <a:r>
              <a:rPr lang="en-US" sz="1200">
                <a:latin typeface="Times New Roman" panose="02020603050405020304" charset="0"/>
                <a:cs typeface="Times New Roman" panose="02020603050405020304" charset="0"/>
              </a:rPr>
              <a:t>0.5</a:t>
            </a:r>
            <a:endParaRPr lang="en-US" sz="1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0000"/>
              </a:lnSpc>
            </a:pPr>
            <a:r>
              <a:rPr lang="en-US" sz="1200">
                <a:latin typeface="Times New Roman" panose="02020603050405020304" charset="0"/>
                <a:cs typeface="Times New Roman" panose="02020603050405020304" charset="0"/>
              </a:rPr>
              <a:t>0.6</a:t>
            </a:r>
            <a:endParaRPr lang="en-US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4" name="Text Box 53"/>
          <p:cNvSpPr txBox="1"/>
          <p:nvPr/>
        </p:nvSpPr>
        <p:spPr>
          <a:xfrm>
            <a:off x="4632960" y="1979295"/>
            <a:ext cx="12801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 b="1">
                <a:latin typeface="Times New Roman" panose="02020603050405020304" charset="0"/>
                <a:cs typeface="Times New Roman" panose="02020603050405020304" charset="0"/>
              </a:rPr>
              <a:t>Weighted Sum</a:t>
            </a:r>
            <a:endParaRPr lang="en-US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5" name="Rectangles 54"/>
          <p:cNvSpPr/>
          <p:nvPr/>
        </p:nvSpPr>
        <p:spPr>
          <a:xfrm>
            <a:off x="3135630" y="3574415"/>
            <a:ext cx="274320" cy="27432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6" name="Rectangles 55"/>
          <p:cNvSpPr/>
          <p:nvPr/>
        </p:nvSpPr>
        <p:spPr>
          <a:xfrm>
            <a:off x="3409950" y="3574415"/>
            <a:ext cx="274320" cy="27432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7" name="Rectangles 56"/>
          <p:cNvSpPr/>
          <p:nvPr/>
        </p:nvSpPr>
        <p:spPr>
          <a:xfrm>
            <a:off x="3853180" y="3574415"/>
            <a:ext cx="274320" cy="27432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8" name="Rectangles 57"/>
          <p:cNvSpPr/>
          <p:nvPr/>
        </p:nvSpPr>
        <p:spPr>
          <a:xfrm>
            <a:off x="4127500" y="3574415"/>
            <a:ext cx="274320" cy="27432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59" name="Rectangles 58"/>
          <p:cNvSpPr/>
          <p:nvPr/>
        </p:nvSpPr>
        <p:spPr>
          <a:xfrm>
            <a:off x="3135630" y="3848735"/>
            <a:ext cx="274320" cy="27432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0" name="Rectangles 59"/>
          <p:cNvSpPr/>
          <p:nvPr/>
        </p:nvSpPr>
        <p:spPr>
          <a:xfrm>
            <a:off x="3409950" y="3848735"/>
            <a:ext cx="274320" cy="27432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1" name="Rectangles 60"/>
          <p:cNvSpPr/>
          <p:nvPr/>
        </p:nvSpPr>
        <p:spPr>
          <a:xfrm>
            <a:off x="3853180" y="3848735"/>
            <a:ext cx="274320" cy="27432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2" name="Rectangles 61"/>
          <p:cNvSpPr/>
          <p:nvPr/>
        </p:nvSpPr>
        <p:spPr>
          <a:xfrm>
            <a:off x="4127500" y="3848735"/>
            <a:ext cx="274320" cy="27432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3" name="Rectangles 62"/>
          <p:cNvSpPr/>
          <p:nvPr/>
        </p:nvSpPr>
        <p:spPr>
          <a:xfrm>
            <a:off x="3135630" y="4123055"/>
            <a:ext cx="274320" cy="27432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4" name="Rectangles 63"/>
          <p:cNvSpPr/>
          <p:nvPr/>
        </p:nvSpPr>
        <p:spPr>
          <a:xfrm>
            <a:off x="3409950" y="4123055"/>
            <a:ext cx="274320" cy="27432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5" name="Rectangles 64"/>
          <p:cNvSpPr/>
          <p:nvPr/>
        </p:nvSpPr>
        <p:spPr>
          <a:xfrm>
            <a:off x="3853180" y="4123055"/>
            <a:ext cx="274320" cy="27432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6" name="Rectangles 65"/>
          <p:cNvSpPr/>
          <p:nvPr/>
        </p:nvSpPr>
        <p:spPr>
          <a:xfrm>
            <a:off x="4127500" y="4123055"/>
            <a:ext cx="274320" cy="27432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7" name="Rectangles 66"/>
          <p:cNvSpPr/>
          <p:nvPr/>
        </p:nvSpPr>
        <p:spPr>
          <a:xfrm>
            <a:off x="3135630" y="4402455"/>
            <a:ext cx="274320" cy="27432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8" name="Rectangles 67"/>
          <p:cNvSpPr/>
          <p:nvPr/>
        </p:nvSpPr>
        <p:spPr>
          <a:xfrm>
            <a:off x="3409950" y="4402455"/>
            <a:ext cx="274320" cy="27432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9" name="Rectangles 68"/>
          <p:cNvSpPr/>
          <p:nvPr/>
        </p:nvSpPr>
        <p:spPr>
          <a:xfrm>
            <a:off x="3853180" y="4402455"/>
            <a:ext cx="274320" cy="27432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0" name="Rectangles 69"/>
          <p:cNvSpPr/>
          <p:nvPr/>
        </p:nvSpPr>
        <p:spPr>
          <a:xfrm>
            <a:off x="4127500" y="4402455"/>
            <a:ext cx="274320" cy="27432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1" name="Text Box 70"/>
              <p:cNvSpPr txBox="1"/>
              <p:nvPr/>
            </p:nvSpPr>
            <p:spPr>
              <a:xfrm>
                <a:off x="2879662" y="3209861"/>
                <a:ext cx="1976120" cy="40449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∗</m:t>
                        </m:r>
                      </m:sub>
                      <m:sup>
                        <m:r>
                          <a:rPr lang="en-US" i="1">
                            <a:latin typeface="DejaVu Math TeX Gyre" panose="02000503000000000000" charset="0"/>
                            <a:cs typeface="DejaVu Math TeX Gyre" panose="02000503000000000000" charset="0"/>
                          </a:rPr>
                          <m:t>𝑇</m:t>
                        </m:r>
                      </m:sup>
                    </m:sSubSup>
                    <m:r>
                      <a:rPr lang="en-US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[</m:t>
                    </m:r>
                    <m:r>
                      <a:rPr lang="en-US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𝐻</m:t>
                    </m:r>
                    <m:r>
                      <a:rPr lang="en-US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,</m:t>
                    </m:r>
                    <m:r>
                      <a:rPr lang="en-US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𝐻</m:t>
                    </m:r>
                    <m:r>
                      <a:rPr lang="en-US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/</m:t>
                    </m:r>
                    <m:r>
                      <a:rPr lang="en-US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ℎ</m:t>
                    </m:r>
                    <m:r>
                      <a:rPr lang="en-US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]</m:t>
                    </m:r>
                    <m:r>
                      <a:rPr lang="en-US" i="1">
                        <a:latin typeface="DejaVu Math TeX Gyre" panose="02000503000000000000" charset="0"/>
                        <a:cs typeface="DejaVu Math TeX Gyre" panose="02000503000000000000" charset="0"/>
                      </a:rPr>
                      <m:t>×</m:t>
                    </m:r>
                  </m:oMath>
                </a14:m>
                <a:r>
                  <a:rPr lang="en-US"/>
                  <a:t>2</a:t>
                </a:r>
                <a:endParaRPr lang="en-US"/>
              </a:p>
            </p:txBody>
          </p:sp>
        </mc:Choice>
        <mc:Fallback>
          <p:sp>
            <p:nvSpPr>
              <p:cNvPr id="71" name="Text 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9662" y="3209861"/>
                <a:ext cx="1976120" cy="404495"/>
              </a:xfrm>
              <a:prstGeom prst="rect">
                <a:avLst/>
              </a:prstGeom>
              <a:blipFill rotWithShape="1">
                <a:blip r:embed="rId2"/>
                <a:stretch>
                  <a:fillRect l="-29" t="-141" r="29" b="14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Equal 71"/>
          <p:cNvSpPr/>
          <p:nvPr/>
        </p:nvSpPr>
        <p:spPr>
          <a:xfrm>
            <a:off x="4465955" y="3882390"/>
            <a:ext cx="287655" cy="490220"/>
          </a:xfrm>
          <a:prstGeom prst="mathEqual">
            <a:avLst>
              <a:gd name="adj1" fmla="val 15104"/>
              <a:gd name="adj2" fmla="val 1176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3" name="Text Box 72"/>
          <p:cNvSpPr txBox="1"/>
          <p:nvPr/>
        </p:nvSpPr>
        <p:spPr>
          <a:xfrm>
            <a:off x="1056640" y="3943350"/>
            <a:ext cx="16992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[0.1,0.3,0.5,0.6]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4" name="Text Box 73"/>
          <p:cNvSpPr txBox="1"/>
          <p:nvPr/>
        </p:nvSpPr>
        <p:spPr>
          <a:xfrm>
            <a:off x="1056577" y="3695636"/>
            <a:ext cx="2844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l"/>
            <a:r>
              <a:rPr lang="en-US" i="1">
                <a:latin typeface="Times New Roman" panose="02020603050405020304" charset="0"/>
                <a:cs typeface="Times New Roman" panose="02020603050405020304" charset="0"/>
              </a:rPr>
              <a:t>x</a:t>
            </a:r>
            <a:endParaRPr lang="en-US" i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5" name="Text Box 94"/>
          <p:cNvSpPr txBox="1"/>
          <p:nvPr/>
        </p:nvSpPr>
        <p:spPr>
          <a:xfrm>
            <a:off x="4710430" y="3714750"/>
            <a:ext cx="141478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 b="1">
                <a:latin typeface="Times New Roman" panose="02020603050405020304" charset="0"/>
                <a:cs typeface="Times New Roman" panose="02020603050405020304" charset="0"/>
              </a:rPr>
              <a:t>Weighted Sum</a:t>
            </a:r>
            <a:endParaRPr lang="en-US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6" name="Multiply 95"/>
          <p:cNvSpPr/>
          <p:nvPr/>
        </p:nvSpPr>
        <p:spPr>
          <a:xfrm>
            <a:off x="2643505" y="3882390"/>
            <a:ext cx="436880" cy="448945"/>
          </a:xfrm>
          <a:prstGeom prst="mathMultiply">
            <a:avLst>
              <a:gd name="adj1" fmla="val 151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9" name="Rectangles 108"/>
          <p:cNvSpPr/>
          <p:nvPr/>
        </p:nvSpPr>
        <p:spPr>
          <a:xfrm>
            <a:off x="4824095" y="2274570"/>
            <a:ext cx="274320" cy="274320"/>
          </a:xfrm>
          <a:prstGeom prst="rect">
            <a:avLst/>
          </a:prstGeom>
          <a:gradFill>
            <a:gsLst>
              <a:gs pos="22000">
                <a:srgbClr val="FF6600"/>
              </a:gs>
              <a:gs pos="0">
                <a:schemeClr val="bg1"/>
              </a:gs>
              <a:gs pos="7000">
                <a:schemeClr val="accent1"/>
              </a:gs>
              <a:gs pos="49000">
                <a:srgbClr val="00B050"/>
              </a:gs>
              <a:gs pos="100000">
                <a:srgbClr val="7030A0"/>
              </a:gs>
            </a:gsLst>
            <a:lin ang="540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0" name="Rectangles 109"/>
          <p:cNvSpPr/>
          <p:nvPr/>
        </p:nvSpPr>
        <p:spPr>
          <a:xfrm>
            <a:off x="5098415" y="2274570"/>
            <a:ext cx="274320" cy="274320"/>
          </a:xfrm>
          <a:prstGeom prst="rect">
            <a:avLst/>
          </a:prstGeom>
          <a:gradFill>
            <a:gsLst>
              <a:gs pos="22000">
                <a:srgbClr val="FF6600"/>
              </a:gs>
              <a:gs pos="0">
                <a:schemeClr val="bg1"/>
              </a:gs>
              <a:gs pos="7000">
                <a:schemeClr val="accent1"/>
              </a:gs>
              <a:gs pos="49000">
                <a:srgbClr val="00B050"/>
              </a:gs>
              <a:gs pos="100000">
                <a:srgbClr val="7030A0"/>
              </a:gs>
            </a:gsLst>
            <a:lin ang="540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1" name="Rectangles 110"/>
          <p:cNvSpPr/>
          <p:nvPr/>
        </p:nvSpPr>
        <p:spPr>
          <a:xfrm>
            <a:off x="5372735" y="2274570"/>
            <a:ext cx="274320" cy="274320"/>
          </a:xfrm>
          <a:prstGeom prst="rect">
            <a:avLst/>
          </a:prstGeom>
          <a:gradFill>
            <a:gsLst>
              <a:gs pos="22000">
                <a:srgbClr val="FF6600"/>
              </a:gs>
              <a:gs pos="0">
                <a:schemeClr val="bg1"/>
              </a:gs>
              <a:gs pos="7000">
                <a:schemeClr val="accent1"/>
              </a:gs>
              <a:gs pos="49000">
                <a:srgbClr val="00B050"/>
              </a:gs>
              <a:gs pos="100000">
                <a:srgbClr val="7030A0"/>
              </a:gs>
            </a:gsLst>
            <a:lin ang="540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2" name="Rectangles 111"/>
          <p:cNvSpPr/>
          <p:nvPr/>
        </p:nvSpPr>
        <p:spPr>
          <a:xfrm>
            <a:off x="5647055" y="2274570"/>
            <a:ext cx="274320" cy="274320"/>
          </a:xfrm>
          <a:prstGeom prst="rect">
            <a:avLst/>
          </a:prstGeom>
          <a:gradFill>
            <a:gsLst>
              <a:gs pos="22000">
                <a:srgbClr val="FF6600"/>
              </a:gs>
              <a:gs pos="0">
                <a:schemeClr val="bg1"/>
              </a:gs>
              <a:gs pos="7000">
                <a:schemeClr val="accent1"/>
              </a:gs>
              <a:gs pos="49000">
                <a:srgbClr val="00B050"/>
              </a:gs>
              <a:gs pos="100000">
                <a:srgbClr val="7030A0"/>
              </a:gs>
            </a:gsLst>
            <a:lin ang="540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3" name="Text Box 112"/>
          <p:cNvSpPr txBox="1"/>
          <p:nvPr/>
        </p:nvSpPr>
        <p:spPr>
          <a:xfrm>
            <a:off x="5908040" y="3861435"/>
            <a:ext cx="499745" cy="6064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70000"/>
              </a:lnSpc>
            </a:pPr>
            <a:r>
              <a:rPr lang="en-US" sz="1200">
                <a:latin typeface="Times New Roman" panose="02020603050405020304" charset="0"/>
                <a:cs typeface="Times New Roman" panose="02020603050405020304" charset="0"/>
              </a:rPr>
              <a:t>0.1</a:t>
            </a:r>
            <a:endParaRPr lang="en-US" sz="1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0000"/>
              </a:lnSpc>
            </a:pPr>
            <a:r>
              <a:rPr lang="en-US" sz="1200">
                <a:latin typeface="Times New Roman" panose="02020603050405020304" charset="0"/>
                <a:cs typeface="Times New Roman" panose="02020603050405020304" charset="0"/>
              </a:rPr>
              <a:t>0.3</a:t>
            </a:r>
            <a:endParaRPr lang="en-US" sz="1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0000"/>
              </a:lnSpc>
            </a:pPr>
            <a:r>
              <a:rPr lang="en-US" sz="1200">
                <a:latin typeface="Times New Roman" panose="02020603050405020304" charset="0"/>
                <a:cs typeface="Times New Roman" panose="02020603050405020304" charset="0"/>
              </a:rPr>
              <a:t>0.5</a:t>
            </a:r>
            <a:endParaRPr lang="en-US" sz="12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70000"/>
              </a:lnSpc>
            </a:pPr>
            <a:r>
              <a:rPr lang="en-US" sz="1200">
                <a:latin typeface="Times New Roman" panose="02020603050405020304" charset="0"/>
                <a:cs typeface="Times New Roman" panose="02020603050405020304" charset="0"/>
              </a:rPr>
              <a:t>0.6</a:t>
            </a:r>
            <a:endParaRPr lang="en-US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4" name="Rectangles 113"/>
          <p:cNvSpPr/>
          <p:nvPr/>
        </p:nvSpPr>
        <p:spPr>
          <a:xfrm>
            <a:off x="4821555" y="3990340"/>
            <a:ext cx="274320" cy="274320"/>
          </a:xfrm>
          <a:prstGeom prst="rect">
            <a:avLst/>
          </a:prstGeom>
          <a:gradFill>
            <a:gsLst>
              <a:gs pos="22000">
                <a:srgbClr val="FF6600"/>
              </a:gs>
              <a:gs pos="0">
                <a:schemeClr val="bg1"/>
              </a:gs>
              <a:gs pos="7000">
                <a:schemeClr val="accent1"/>
              </a:gs>
              <a:gs pos="49000">
                <a:srgbClr val="00B050"/>
              </a:gs>
              <a:gs pos="100000">
                <a:srgbClr val="7030A0"/>
              </a:gs>
            </a:gsLst>
            <a:lin ang="540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5" name="Rectangles 114"/>
          <p:cNvSpPr/>
          <p:nvPr/>
        </p:nvSpPr>
        <p:spPr>
          <a:xfrm>
            <a:off x="5095875" y="3990340"/>
            <a:ext cx="274320" cy="274320"/>
          </a:xfrm>
          <a:prstGeom prst="rect">
            <a:avLst/>
          </a:prstGeom>
          <a:gradFill>
            <a:gsLst>
              <a:gs pos="22000">
                <a:srgbClr val="FF6600"/>
              </a:gs>
              <a:gs pos="0">
                <a:schemeClr val="bg1"/>
              </a:gs>
              <a:gs pos="7000">
                <a:schemeClr val="accent1"/>
              </a:gs>
              <a:gs pos="49000">
                <a:srgbClr val="00B050"/>
              </a:gs>
              <a:gs pos="100000">
                <a:srgbClr val="7030A0"/>
              </a:gs>
            </a:gsLst>
            <a:lin ang="540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6" name="Rectangles 115"/>
          <p:cNvSpPr/>
          <p:nvPr/>
        </p:nvSpPr>
        <p:spPr>
          <a:xfrm>
            <a:off x="5407025" y="3990340"/>
            <a:ext cx="274320" cy="274320"/>
          </a:xfrm>
          <a:prstGeom prst="rect">
            <a:avLst/>
          </a:prstGeom>
          <a:gradFill>
            <a:gsLst>
              <a:gs pos="22000">
                <a:srgbClr val="FF6600"/>
              </a:gs>
              <a:gs pos="0">
                <a:schemeClr val="bg1"/>
              </a:gs>
              <a:gs pos="7000">
                <a:schemeClr val="accent1"/>
              </a:gs>
              <a:gs pos="49000">
                <a:srgbClr val="00B050"/>
              </a:gs>
              <a:gs pos="100000">
                <a:srgbClr val="7030A0"/>
              </a:gs>
            </a:gsLst>
            <a:lin ang="540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7" name="Rectangles 116"/>
          <p:cNvSpPr/>
          <p:nvPr/>
        </p:nvSpPr>
        <p:spPr>
          <a:xfrm>
            <a:off x="5681345" y="3990340"/>
            <a:ext cx="274320" cy="274320"/>
          </a:xfrm>
          <a:prstGeom prst="rect">
            <a:avLst/>
          </a:prstGeom>
          <a:gradFill>
            <a:gsLst>
              <a:gs pos="22000">
                <a:srgbClr val="FF6600"/>
              </a:gs>
              <a:gs pos="0">
                <a:schemeClr val="bg1"/>
              </a:gs>
              <a:gs pos="7000">
                <a:schemeClr val="accent1"/>
              </a:gs>
              <a:gs pos="49000">
                <a:srgbClr val="00B050"/>
              </a:gs>
              <a:gs pos="100000">
                <a:srgbClr val="7030A0"/>
              </a:gs>
            </a:gsLst>
            <a:lin ang="540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pSp>
        <p:nvGrpSpPr>
          <p:cNvPr id="141" name="Group 140"/>
          <p:cNvGrpSpPr/>
          <p:nvPr/>
        </p:nvGrpSpPr>
        <p:grpSpPr>
          <a:xfrm>
            <a:off x="6558280" y="2034540"/>
            <a:ext cx="1097280" cy="274320"/>
            <a:chOff x="10795" y="3619"/>
            <a:chExt cx="1728" cy="432"/>
          </a:xfrm>
        </p:grpSpPr>
        <p:sp>
          <p:nvSpPr>
            <p:cNvPr id="119" name="Rectangles 118"/>
            <p:cNvSpPr/>
            <p:nvPr/>
          </p:nvSpPr>
          <p:spPr>
            <a:xfrm>
              <a:off x="10795" y="3619"/>
              <a:ext cx="432" cy="432"/>
            </a:xfrm>
            <a:prstGeom prst="rect">
              <a:avLst/>
            </a:prstGeom>
            <a:gradFill>
              <a:gsLst>
                <a:gs pos="22000">
                  <a:srgbClr val="FF6600"/>
                </a:gs>
                <a:gs pos="0">
                  <a:schemeClr val="bg1"/>
                </a:gs>
                <a:gs pos="7000">
                  <a:schemeClr val="accent1"/>
                </a:gs>
                <a:gs pos="49000">
                  <a:srgbClr val="00B050"/>
                </a:gs>
                <a:gs pos="100000">
                  <a:srgbClr val="7030A0"/>
                </a:gs>
              </a:gsLst>
              <a:lin ang="5400000" scaled="0"/>
            </a:gra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20" name="Rectangles 119"/>
            <p:cNvSpPr/>
            <p:nvPr/>
          </p:nvSpPr>
          <p:spPr>
            <a:xfrm>
              <a:off x="11227" y="3619"/>
              <a:ext cx="432" cy="432"/>
            </a:xfrm>
            <a:prstGeom prst="rect">
              <a:avLst/>
            </a:prstGeom>
            <a:gradFill>
              <a:gsLst>
                <a:gs pos="22000">
                  <a:srgbClr val="FF6600"/>
                </a:gs>
                <a:gs pos="0">
                  <a:schemeClr val="bg1"/>
                </a:gs>
                <a:gs pos="7000">
                  <a:schemeClr val="accent1"/>
                </a:gs>
                <a:gs pos="49000">
                  <a:srgbClr val="00B050"/>
                </a:gs>
                <a:gs pos="100000">
                  <a:srgbClr val="7030A0"/>
                </a:gs>
              </a:gsLst>
              <a:lin ang="5400000" scaled="0"/>
            </a:gra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21" name="Rectangles 120"/>
            <p:cNvSpPr/>
            <p:nvPr/>
          </p:nvSpPr>
          <p:spPr>
            <a:xfrm>
              <a:off x="11659" y="3619"/>
              <a:ext cx="432" cy="432"/>
            </a:xfrm>
            <a:prstGeom prst="rect">
              <a:avLst/>
            </a:prstGeom>
            <a:gradFill>
              <a:gsLst>
                <a:gs pos="22000">
                  <a:srgbClr val="FF6600"/>
                </a:gs>
                <a:gs pos="0">
                  <a:schemeClr val="bg1"/>
                </a:gs>
                <a:gs pos="7000">
                  <a:schemeClr val="accent1"/>
                </a:gs>
                <a:gs pos="49000">
                  <a:srgbClr val="00B050"/>
                </a:gs>
                <a:gs pos="100000">
                  <a:srgbClr val="7030A0"/>
                </a:gs>
              </a:gsLst>
              <a:lin ang="5400000" scaled="0"/>
            </a:gra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22" name="Rectangles 121"/>
            <p:cNvSpPr/>
            <p:nvPr/>
          </p:nvSpPr>
          <p:spPr>
            <a:xfrm>
              <a:off x="12091" y="3619"/>
              <a:ext cx="432" cy="432"/>
            </a:xfrm>
            <a:prstGeom prst="rect">
              <a:avLst/>
            </a:prstGeom>
            <a:gradFill>
              <a:gsLst>
                <a:gs pos="22000">
                  <a:srgbClr val="FF6600"/>
                </a:gs>
                <a:gs pos="0">
                  <a:schemeClr val="bg1"/>
                </a:gs>
                <a:gs pos="7000">
                  <a:schemeClr val="accent1"/>
                </a:gs>
                <a:gs pos="49000">
                  <a:srgbClr val="00B050"/>
                </a:gs>
                <a:gs pos="100000">
                  <a:srgbClr val="7030A0"/>
                </a:gs>
              </a:gsLst>
              <a:lin ang="5400000" scaled="0"/>
            </a:gra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</p:grpSp>
      <p:grpSp>
        <p:nvGrpSpPr>
          <p:cNvPr id="127" name="Group 126"/>
          <p:cNvGrpSpPr/>
          <p:nvPr/>
        </p:nvGrpSpPr>
        <p:grpSpPr>
          <a:xfrm rot="5400000">
            <a:off x="7658100" y="2209800"/>
            <a:ext cx="1097280" cy="274320"/>
            <a:chOff x="13688" y="2947"/>
            <a:chExt cx="1728" cy="432"/>
          </a:xfrm>
        </p:grpSpPr>
        <p:sp>
          <p:nvSpPr>
            <p:cNvPr id="123" name="Rectangles 122"/>
            <p:cNvSpPr/>
            <p:nvPr/>
          </p:nvSpPr>
          <p:spPr>
            <a:xfrm>
              <a:off x="13688" y="2947"/>
              <a:ext cx="432" cy="432"/>
            </a:xfrm>
            <a:prstGeom prst="rect">
              <a:avLst/>
            </a:prstGeom>
            <a:gradFill>
              <a:gsLst>
                <a:gs pos="22000">
                  <a:srgbClr val="FF6600"/>
                </a:gs>
                <a:gs pos="0">
                  <a:schemeClr val="bg1"/>
                </a:gs>
                <a:gs pos="7000">
                  <a:schemeClr val="accent1"/>
                </a:gs>
                <a:gs pos="49000">
                  <a:srgbClr val="00B050"/>
                </a:gs>
                <a:gs pos="100000">
                  <a:srgbClr val="7030A0"/>
                </a:gs>
              </a:gsLst>
              <a:lin ang="5400000" scaled="0"/>
            </a:gra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24" name="Rectangles 123"/>
            <p:cNvSpPr/>
            <p:nvPr/>
          </p:nvSpPr>
          <p:spPr>
            <a:xfrm>
              <a:off x="14120" y="2947"/>
              <a:ext cx="432" cy="432"/>
            </a:xfrm>
            <a:prstGeom prst="rect">
              <a:avLst/>
            </a:prstGeom>
            <a:gradFill>
              <a:gsLst>
                <a:gs pos="22000">
                  <a:srgbClr val="FF6600"/>
                </a:gs>
                <a:gs pos="0">
                  <a:schemeClr val="bg1"/>
                </a:gs>
                <a:gs pos="7000">
                  <a:schemeClr val="accent1"/>
                </a:gs>
                <a:gs pos="49000">
                  <a:srgbClr val="00B050"/>
                </a:gs>
                <a:gs pos="100000">
                  <a:srgbClr val="7030A0"/>
                </a:gs>
              </a:gsLst>
              <a:lin ang="5400000" scaled="0"/>
            </a:gra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25" name="Rectangles 124"/>
            <p:cNvSpPr/>
            <p:nvPr/>
          </p:nvSpPr>
          <p:spPr>
            <a:xfrm>
              <a:off x="14552" y="2947"/>
              <a:ext cx="432" cy="432"/>
            </a:xfrm>
            <a:prstGeom prst="rect">
              <a:avLst/>
            </a:prstGeom>
            <a:gradFill>
              <a:gsLst>
                <a:gs pos="22000">
                  <a:srgbClr val="FF6600"/>
                </a:gs>
                <a:gs pos="0">
                  <a:schemeClr val="bg1"/>
                </a:gs>
                <a:gs pos="7000">
                  <a:schemeClr val="accent1"/>
                </a:gs>
                <a:gs pos="49000">
                  <a:srgbClr val="00B050"/>
                </a:gs>
                <a:gs pos="100000">
                  <a:srgbClr val="7030A0"/>
                </a:gs>
              </a:gsLst>
              <a:lin ang="5400000" scaled="0"/>
            </a:gra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26" name="Rectangles 125"/>
            <p:cNvSpPr/>
            <p:nvPr/>
          </p:nvSpPr>
          <p:spPr>
            <a:xfrm>
              <a:off x="14984" y="2947"/>
              <a:ext cx="432" cy="432"/>
            </a:xfrm>
            <a:prstGeom prst="rect">
              <a:avLst/>
            </a:prstGeom>
            <a:gradFill>
              <a:gsLst>
                <a:gs pos="22000">
                  <a:srgbClr val="FF6600"/>
                </a:gs>
                <a:gs pos="0">
                  <a:schemeClr val="bg1"/>
                </a:gs>
                <a:gs pos="7000">
                  <a:schemeClr val="accent1"/>
                </a:gs>
                <a:gs pos="49000">
                  <a:srgbClr val="00B050"/>
                </a:gs>
                <a:gs pos="100000">
                  <a:srgbClr val="7030A0"/>
                </a:gs>
              </a:gsLst>
              <a:lin ang="5400000" scaled="0"/>
            </a:gra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</p:grpSp>
      <p:sp>
        <p:nvSpPr>
          <p:cNvPr id="128" name="Multiply 127"/>
          <p:cNvSpPr/>
          <p:nvPr/>
        </p:nvSpPr>
        <p:spPr>
          <a:xfrm>
            <a:off x="7626350" y="2072640"/>
            <a:ext cx="436880" cy="448945"/>
          </a:xfrm>
          <a:prstGeom prst="mathMultiply">
            <a:avLst>
              <a:gd name="adj1" fmla="val 151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1" name="Rectangles 130"/>
          <p:cNvSpPr/>
          <p:nvPr/>
        </p:nvSpPr>
        <p:spPr>
          <a:xfrm>
            <a:off x="6555105" y="3494405"/>
            <a:ext cx="274320" cy="274320"/>
          </a:xfrm>
          <a:prstGeom prst="rect">
            <a:avLst/>
          </a:prstGeom>
          <a:gradFill>
            <a:gsLst>
              <a:gs pos="22000">
                <a:srgbClr val="FF6600"/>
              </a:gs>
              <a:gs pos="0">
                <a:schemeClr val="bg1"/>
              </a:gs>
              <a:gs pos="7000">
                <a:schemeClr val="accent1"/>
              </a:gs>
              <a:gs pos="49000">
                <a:srgbClr val="00B050"/>
              </a:gs>
              <a:gs pos="100000">
                <a:srgbClr val="7030A0"/>
              </a:gs>
            </a:gsLst>
            <a:lin ang="540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2" name="Rectangles 131"/>
          <p:cNvSpPr/>
          <p:nvPr/>
        </p:nvSpPr>
        <p:spPr>
          <a:xfrm>
            <a:off x="6829425" y="3494405"/>
            <a:ext cx="274320" cy="274320"/>
          </a:xfrm>
          <a:prstGeom prst="rect">
            <a:avLst/>
          </a:prstGeom>
          <a:gradFill>
            <a:gsLst>
              <a:gs pos="22000">
                <a:srgbClr val="FF6600"/>
              </a:gs>
              <a:gs pos="0">
                <a:schemeClr val="bg1"/>
              </a:gs>
              <a:gs pos="7000">
                <a:schemeClr val="accent1"/>
              </a:gs>
              <a:gs pos="49000">
                <a:srgbClr val="00B050"/>
              </a:gs>
              <a:gs pos="100000">
                <a:srgbClr val="7030A0"/>
              </a:gs>
            </a:gsLst>
            <a:lin ang="540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3" name="Multiply 132"/>
          <p:cNvSpPr/>
          <p:nvPr/>
        </p:nvSpPr>
        <p:spPr>
          <a:xfrm>
            <a:off x="7103745" y="3529330"/>
            <a:ext cx="436880" cy="448945"/>
          </a:xfrm>
          <a:prstGeom prst="mathMultiply">
            <a:avLst>
              <a:gd name="adj1" fmla="val 151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4" name="Rectangles 133"/>
          <p:cNvSpPr/>
          <p:nvPr/>
        </p:nvSpPr>
        <p:spPr>
          <a:xfrm rot="5400000">
            <a:off x="7540625" y="3488055"/>
            <a:ext cx="274320" cy="274320"/>
          </a:xfrm>
          <a:prstGeom prst="rect">
            <a:avLst/>
          </a:prstGeom>
          <a:gradFill>
            <a:gsLst>
              <a:gs pos="22000">
                <a:srgbClr val="FF6600"/>
              </a:gs>
              <a:gs pos="0">
                <a:schemeClr val="bg1"/>
              </a:gs>
              <a:gs pos="7000">
                <a:schemeClr val="accent1"/>
              </a:gs>
              <a:gs pos="49000">
                <a:srgbClr val="00B050"/>
              </a:gs>
              <a:gs pos="100000">
                <a:srgbClr val="7030A0"/>
              </a:gs>
            </a:gsLst>
            <a:lin ang="540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5" name="Rectangles 134"/>
          <p:cNvSpPr/>
          <p:nvPr/>
        </p:nvSpPr>
        <p:spPr>
          <a:xfrm rot="5400000">
            <a:off x="7540625" y="3762375"/>
            <a:ext cx="274320" cy="274320"/>
          </a:xfrm>
          <a:prstGeom prst="rect">
            <a:avLst/>
          </a:prstGeom>
          <a:gradFill>
            <a:gsLst>
              <a:gs pos="22000">
                <a:srgbClr val="FF6600"/>
              </a:gs>
              <a:gs pos="0">
                <a:schemeClr val="bg1"/>
              </a:gs>
              <a:gs pos="7000">
                <a:schemeClr val="accent1"/>
              </a:gs>
              <a:gs pos="49000">
                <a:srgbClr val="00B050"/>
              </a:gs>
              <a:gs pos="100000">
                <a:srgbClr val="7030A0"/>
              </a:gs>
            </a:gsLst>
            <a:lin ang="540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pSp>
        <p:nvGrpSpPr>
          <p:cNvPr id="136" name="Group 135"/>
          <p:cNvGrpSpPr/>
          <p:nvPr/>
        </p:nvGrpSpPr>
        <p:grpSpPr>
          <a:xfrm rot="5400000">
            <a:off x="7932420" y="2209800"/>
            <a:ext cx="1097280" cy="274320"/>
            <a:chOff x="13688" y="2947"/>
            <a:chExt cx="1728" cy="432"/>
          </a:xfrm>
        </p:grpSpPr>
        <p:sp>
          <p:nvSpPr>
            <p:cNvPr id="137" name="Rectangles 136"/>
            <p:cNvSpPr/>
            <p:nvPr/>
          </p:nvSpPr>
          <p:spPr>
            <a:xfrm>
              <a:off x="13688" y="2947"/>
              <a:ext cx="432" cy="432"/>
            </a:xfrm>
            <a:prstGeom prst="rect">
              <a:avLst/>
            </a:prstGeom>
            <a:gradFill>
              <a:gsLst>
                <a:gs pos="22000">
                  <a:srgbClr val="FF6600"/>
                </a:gs>
                <a:gs pos="0">
                  <a:schemeClr val="bg1"/>
                </a:gs>
                <a:gs pos="7000">
                  <a:schemeClr val="accent1"/>
                </a:gs>
                <a:gs pos="49000">
                  <a:srgbClr val="00B050"/>
                </a:gs>
                <a:gs pos="100000">
                  <a:srgbClr val="7030A0"/>
                </a:gs>
              </a:gsLst>
              <a:lin ang="5400000" scaled="0"/>
            </a:gra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38" name="Rectangles 137"/>
            <p:cNvSpPr/>
            <p:nvPr/>
          </p:nvSpPr>
          <p:spPr>
            <a:xfrm>
              <a:off x="14120" y="2947"/>
              <a:ext cx="432" cy="432"/>
            </a:xfrm>
            <a:prstGeom prst="rect">
              <a:avLst/>
            </a:prstGeom>
            <a:gradFill>
              <a:gsLst>
                <a:gs pos="22000">
                  <a:srgbClr val="FF6600"/>
                </a:gs>
                <a:gs pos="0">
                  <a:schemeClr val="bg1"/>
                </a:gs>
                <a:gs pos="7000">
                  <a:schemeClr val="accent1"/>
                </a:gs>
                <a:gs pos="49000">
                  <a:srgbClr val="00B050"/>
                </a:gs>
                <a:gs pos="100000">
                  <a:srgbClr val="7030A0"/>
                </a:gs>
              </a:gsLst>
              <a:lin ang="5400000" scaled="0"/>
            </a:gra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39" name="Rectangles 138"/>
            <p:cNvSpPr/>
            <p:nvPr/>
          </p:nvSpPr>
          <p:spPr>
            <a:xfrm>
              <a:off x="14552" y="2947"/>
              <a:ext cx="432" cy="432"/>
            </a:xfrm>
            <a:prstGeom prst="rect">
              <a:avLst/>
            </a:prstGeom>
            <a:gradFill>
              <a:gsLst>
                <a:gs pos="22000">
                  <a:srgbClr val="FF6600"/>
                </a:gs>
                <a:gs pos="0">
                  <a:schemeClr val="bg1"/>
                </a:gs>
                <a:gs pos="7000">
                  <a:schemeClr val="accent1"/>
                </a:gs>
                <a:gs pos="49000">
                  <a:srgbClr val="00B050"/>
                </a:gs>
                <a:gs pos="100000">
                  <a:srgbClr val="7030A0"/>
                </a:gs>
              </a:gsLst>
              <a:lin ang="5400000" scaled="0"/>
            </a:gra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40" name="Rectangles 139"/>
            <p:cNvSpPr/>
            <p:nvPr/>
          </p:nvSpPr>
          <p:spPr>
            <a:xfrm>
              <a:off x="14984" y="2947"/>
              <a:ext cx="432" cy="432"/>
            </a:xfrm>
            <a:prstGeom prst="rect">
              <a:avLst/>
            </a:prstGeom>
            <a:gradFill>
              <a:gsLst>
                <a:gs pos="22000">
                  <a:srgbClr val="FF6600"/>
                </a:gs>
                <a:gs pos="0">
                  <a:schemeClr val="bg1"/>
                </a:gs>
                <a:gs pos="7000">
                  <a:schemeClr val="accent1"/>
                </a:gs>
                <a:gs pos="49000">
                  <a:srgbClr val="00B050"/>
                </a:gs>
                <a:gs pos="100000">
                  <a:srgbClr val="7030A0"/>
                </a:gs>
              </a:gsLst>
              <a:lin ang="5400000" scaled="0"/>
            </a:gra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</p:grpSp>
      <p:grpSp>
        <p:nvGrpSpPr>
          <p:cNvPr id="142" name="Group 141"/>
          <p:cNvGrpSpPr/>
          <p:nvPr/>
        </p:nvGrpSpPr>
        <p:grpSpPr>
          <a:xfrm>
            <a:off x="6558280" y="2313940"/>
            <a:ext cx="1097280" cy="274320"/>
            <a:chOff x="10795" y="3619"/>
            <a:chExt cx="1728" cy="432"/>
          </a:xfrm>
        </p:grpSpPr>
        <p:sp>
          <p:nvSpPr>
            <p:cNvPr id="143" name="Rectangles 142"/>
            <p:cNvSpPr/>
            <p:nvPr/>
          </p:nvSpPr>
          <p:spPr>
            <a:xfrm>
              <a:off x="10795" y="3619"/>
              <a:ext cx="432" cy="432"/>
            </a:xfrm>
            <a:prstGeom prst="rect">
              <a:avLst/>
            </a:prstGeom>
            <a:gradFill>
              <a:gsLst>
                <a:gs pos="22000">
                  <a:srgbClr val="FF6600"/>
                </a:gs>
                <a:gs pos="0">
                  <a:schemeClr val="bg1"/>
                </a:gs>
                <a:gs pos="7000">
                  <a:schemeClr val="accent1"/>
                </a:gs>
                <a:gs pos="49000">
                  <a:srgbClr val="00B050"/>
                </a:gs>
                <a:gs pos="100000">
                  <a:srgbClr val="7030A0"/>
                </a:gs>
              </a:gsLst>
              <a:lin ang="5400000" scaled="0"/>
            </a:gra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44" name="Rectangles 143"/>
            <p:cNvSpPr/>
            <p:nvPr/>
          </p:nvSpPr>
          <p:spPr>
            <a:xfrm>
              <a:off x="11227" y="3619"/>
              <a:ext cx="432" cy="432"/>
            </a:xfrm>
            <a:prstGeom prst="rect">
              <a:avLst/>
            </a:prstGeom>
            <a:gradFill>
              <a:gsLst>
                <a:gs pos="22000">
                  <a:srgbClr val="FF6600"/>
                </a:gs>
                <a:gs pos="0">
                  <a:schemeClr val="bg1"/>
                </a:gs>
                <a:gs pos="7000">
                  <a:schemeClr val="accent1"/>
                </a:gs>
                <a:gs pos="49000">
                  <a:srgbClr val="00B050"/>
                </a:gs>
                <a:gs pos="100000">
                  <a:srgbClr val="7030A0"/>
                </a:gs>
              </a:gsLst>
              <a:lin ang="5400000" scaled="0"/>
            </a:gra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45" name="Rectangles 144"/>
            <p:cNvSpPr/>
            <p:nvPr/>
          </p:nvSpPr>
          <p:spPr>
            <a:xfrm>
              <a:off x="11659" y="3619"/>
              <a:ext cx="432" cy="432"/>
            </a:xfrm>
            <a:prstGeom prst="rect">
              <a:avLst/>
            </a:prstGeom>
            <a:gradFill>
              <a:gsLst>
                <a:gs pos="22000">
                  <a:srgbClr val="FF6600"/>
                </a:gs>
                <a:gs pos="0">
                  <a:schemeClr val="bg1"/>
                </a:gs>
                <a:gs pos="7000">
                  <a:schemeClr val="accent1"/>
                </a:gs>
                <a:gs pos="49000">
                  <a:srgbClr val="00B050"/>
                </a:gs>
                <a:gs pos="100000">
                  <a:srgbClr val="7030A0"/>
                </a:gs>
              </a:gsLst>
              <a:lin ang="5400000" scaled="0"/>
            </a:gra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46" name="Rectangles 145"/>
            <p:cNvSpPr/>
            <p:nvPr/>
          </p:nvSpPr>
          <p:spPr>
            <a:xfrm>
              <a:off x="12091" y="3619"/>
              <a:ext cx="432" cy="432"/>
            </a:xfrm>
            <a:prstGeom prst="rect">
              <a:avLst/>
            </a:prstGeom>
            <a:gradFill>
              <a:gsLst>
                <a:gs pos="22000">
                  <a:srgbClr val="FF6600"/>
                </a:gs>
                <a:gs pos="0">
                  <a:schemeClr val="bg1"/>
                </a:gs>
                <a:gs pos="7000">
                  <a:schemeClr val="accent1"/>
                </a:gs>
                <a:gs pos="49000">
                  <a:srgbClr val="00B050"/>
                </a:gs>
                <a:gs pos="100000">
                  <a:srgbClr val="7030A0"/>
                </a:gs>
              </a:gsLst>
              <a:lin ang="5400000" scaled="0"/>
            </a:gra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</p:grpSp>
      <p:sp>
        <p:nvSpPr>
          <p:cNvPr id="147" name="Text Box 146"/>
          <p:cNvSpPr txBox="1"/>
          <p:nvPr/>
        </p:nvSpPr>
        <p:spPr>
          <a:xfrm>
            <a:off x="7968615" y="1492250"/>
            <a:ext cx="4546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i="1">
                <a:latin typeface="Times New Roman" panose="02020603050405020304" charset="0"/>
                <a:cs typeface="Times New Roman" panose="02020603050405020304" charset="0"/>
              </a:rPr>
              <a:t>K</a:t>
            </a:r>
            <a:r>
              <a:rPr lang="en-US" i="1" baseline="30000">
                <a:latin typeface="Times New Roman" panose="02020603050405020304" charset="0"/>
                <a:cs typeface="Times New Roman" panose="02020603050405020304" charset="0"/>
              </a:rPr>
              <a:t>T</a:t>
            </a:r>
            <a:endParaRPr lang="en-US" i="1" baseline="30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8" name="Text Box 147"/>
          <p:cNvSpPr txBox="1"/>
          <p:nvPr/>
        </p:nvSpPr>
        <p:spPr>
          <a:xfrm>
            <a:off x="6469380" y="1691640"/>
            <a:ext cx="3016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i="1">
                <a:latin typeface="Times New Roman" panose="02020603050405020304" charset="0"/>
                <a:cs typeface="Times New Roman" panose="02020603050405020304" charset="0"/>
              </a:rPr>
              <a:t>Q</a:t>
            </a:r>
            <a:endParaRPr lang="en-US" i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49" name="Rectangles 148"/>
          <p:cNvSpPr/>
          <p:nvPr/>
        </p:nvSpPr>
        <p:spPr>
          <a:xfrm>
            <a:off x="9013190" y="2044700"/>
            <a:ext cx="274320" cy="2743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sz="1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.3</a:t>
            </a:r>
            <a:endParaRPr lang="en-US" sz="1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0" name="Rectangles 149"/>
          <p:cNvSpPr/>
          <p:nvPr/>
        </p:nvSpPr>
        <p:spPr>
          <a:xfrm>
            <a:off x="9287510" y="2045335"/>
            <a:ext cx="274320" cy="26289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sz="1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.5</a:t>
            </a:r>
            <a:endParaRPr lang="en-US" sz="1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1" name="Rectangles 150"/>
          <p:cNvSpPr/>
          <p:nvPr/>
        </p:nvSpPr>
        <p:spPr>
          <a:xfrm>
            <a:off x="9013190" y="2308225"/>
            <a:ext cx="274320" cy="2743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sz="1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.6</a:t>
            </a:r>
            <a:endParaRPr lang="en-US" sz="1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2" name="Rectangles 151"/>
          <p:cNvSpPr/>
          <p:nvPr/>
        </p:nvSpPr>
        <p:spPr>
          <a:xfrm>
            <a:off x="9287510" y="2308225"/>
            <a:ext cx="274320" cy="2743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sz="1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.7</a:t>
            </a:r>
            <a:endParaRPr lang="en-US" sz="1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3" name="Text Box 152"/>
          <p:cNvSpPr txBox="1"/>
          <p:nvPr/>
        </p:nvSpPr>
        <p:spPr>
          <a:xfrm>
            <a:off x="8899525" y="1769745"/>
            <a:ext cx="80454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 b="1">
                <a:latin typeface="Times New Roman" panose="02020603050405020304" charset="0"/>
                <a:cs typeface="Times New Roman" panose="02020603050405020304" charset="0"/>
              </a:rPr>
              <a:t>Score</a:t>
            </a:r>
            <a:endParaRPr lang="en-US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55" name="Rectangles 154"/>
          <p:cNvSpPr/>
          <p:nvPr/>
        </p:nvSpPr>
        <p:spPr>
          <a:xfrm>
            <a:off x="6555105" y="3762375"/>
            <a:ext cx="274320" cy="274320"/>
          </a:xfrm>
          <a:prstGeom prst="rect">
            <a:avLst/>
          </a:prstGeom>
          <a:gradFill>
            <a:gsLst>
              <a:gs pos="22000">
                <a:srgbClr val="FF6600"/>
              </a:gs>
              <a:gs pos="0">
                <a:schemeClr val="bg1"/>
              </a:gs>
              <a:gs pos="7000">
                <a:schemeClr val="accent1"/>
              </a:gs>
              <a:gs pos="49000">
                <a:srgbClr val="00B050"/>
              </a:gs>
              <a:gs pos="100000">
                <a:srgbClr val="7030A0"/>
              </a:gs>
            </a:gsLst>
            <a:lin ang="540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6" name="Rectangles 155"/>
          <p:cNvSpPr/>
          <p:nvPr/>
        </p:nvSpPr>
        <p:spPr>
          <a:xfrm>
            <a:off x="6829425" y="3762375"/>
            <a:ext cx="274320" cy="274320"/>
          </a:xfrm>
          <a:prstGeom prst="rect">
            <a:avLst/>
          </a:prstGeom>
          <a:gradFill>
            <a:gsLst>
              <a:gs pos="22000">
                <a:srgbClr val="FF6600"/>
              </a:gs>
              <a:gs pos="0">
                <a:schemeClr val="bg1"/>
              </a:gs>
              <a:gs pos="7000">
                <a:schemeClr val="accent1"/>
              </a:gs>
              <a:gs pos="49000">
                <a:srgbClr val="00B050"/>
              </a:gs>
              <a:gs pos="100000">
                <a:srgbClr val="7030A0"/>
              </a:gs>
            </a:gsLst>
            <a:lin ang="540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7" name="Rectangles 156"/>
          <p:cNvSpPr/>
          <p:nvPr/>
        </p:nvSpPr>
        <p:spPr>
          <a:xfrm rot="5400000">
            <a:off x="7814945" y="3488055"/>
            <a:ext cx="274320" cy="274320"/>
          </a:xfrm>
          <a:prstGeom prst="rect">
            <a:avLst/>
          </a:prstGeom>
          <a:gradFill>
            <a:gsLst>
              <a:gs pos="22000">
                <a:srgbClr val="FF6600"/>
              </a:gs>
              <a:gs pos="0">
                <a:schemeClr val="bg1"/>
              </a:gs>
              <a:gs pos="7000">
                <a:schemeClr val="accent1"/>
              </a:gs>
              <a:gs pos="49000">
                <a:srgbClr val="00B050"/>
              </a:gs>
              <a:gs pos="100000">
                <a:srgbClr val="7030A0"/>
              </a:gs>
            </a:gsLst>
            <a:lin ang="540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8" name="Rectangles 157"/>
          <p:cNvSpPr/>
          <p:nvPr/>
        </p:nvSpPr>
        <p:spPr>
          <a:xfrm rot="5400000">
            <a:off x="7814945" y="3762375"/>
            <a:ext cx="274320" cy="274320"/>
          </a:xfrm>
          <a:prstGeom prst="rect">
            <a:avLst/>
          </a:prstGeom>
          <a:gradFill>
            <a:gsLst>
              <a:gs pos="22000">
                <a:srgbClr val="FF6600"/>
              </a:gs>
              <a:gs pos="0">
                <a:schemeClr val="bg1"/>
              </a:gs>
              <a:gs pos="7000">
                <a:schemeClr val="accent1"/>
              </a:gs>
              <a:gs pos="49000">
                <a:srgbClr val="00B050"/>
              </a:gs>
              <a:gs pos="100000">
                <a:srgbClr val="7030A0"/>
              </a:gs>
            </a:gsLst>
            <a:lin ang="540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9" name="Text Box 158"/>
          <p:cNvSpPr txBox="1"/>
          <p:nvPr/>
        </p:nvSpPr>
        <p:spPr>
          <a:xfrm>
            <a:off x="6453505" y="3119755"/>
            <a:ext cx="4527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i="1">
                <a:latin typeface="Times New Roman" panose="02020603050405020304" charset="0"/>
                <a:cs typeface="Times New Roman" panose="02020603050405020304" charset="0"/>
              </a:rPr>
              <a:t>Q</a:t>
            </a:r>
            <a:r>
              <a:rPr lang="en-US" i="1" baseline="-25000">
                <a:latin typeface="Times New Roman" panose="02020603050405020304" charset="0"/>
                <a:cs typeface="Times New Roman" panose="02020603050405020304" charset="0"/>
              </a:rPr>
              <a:t>1</a:t>
            </a:r>
            <a:endParaRPr lang="en-US" i="1" baseline="-25000">
              <a:latin typeface="Times New Roman" panose="02020603050405020304" charset="0"/>
              <a:cs typeface="Times New Roman" panose="020206030504050203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Text Box 159"/>
              <p:cNvSpPr txBox="1"/>
              <p:nvPr/>
            </p:nvSpPr>
            <p:spPr>
              <a:xfrm>
                <a:off x="7462520" y="3126740"/>
                <a:ext cx="452755" cy="3994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𝐾</m:t>
                          </m:r>
                        </m:e>
                        <m:sub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US" i="1" baseline="-250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160" name="Text Box 1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2520" y="3126740"/>
                <a:ext cx="452755" cy="399415"/>
              </a:xfrm>
              <a:prstGeom prst="rect">
                <a:avLst/>
              </a:prstGeom>
              <a:blipFill rotWithShape="1">
                <a:blip r:embed="rId3"/>
                <a:stretch>
                  <a:fillRect r="-575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2" name="Rectangles 161"/>
          <p:cNvSpPr/>
          <p:nvPr/>
        </p:nvSpPr>
        <p:spPr>
          <a:xfrm>
            <a:off x="8424545" y="3474085"/>
            <a:ext cx="274320" cy="2743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sz="1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.3</a:t>
            </a:r>
            <a:endParaRPr lang="en-US" sz="1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3" name="Rectangles 162"/>
          <p:cNvSpPr/>
          <p:nvPr/>
        </p:nvSpPr>
        <p:spPr>
          <a:xfrm>
            <a:off x="8698865" y="3474720"/>
            <a:ext cx="274320" cy="26289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sz="1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.5</a:t>
            </a:r>
            <a:endParaRPr lang="en-US" sz="1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4" name="Rectangles 163"/>
          <p:cNvSpPr/>
          <p:nvPr/>
        </p:nvSpPr>
        <p:spPr>
          <a:xfrm>
            <a:off x="8424545" y="3737610"/>
            <a:ext cx="274320" cy="2743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sz="1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.6</a:t>
            </a:r>
            <a:endParaRPr lang="en-US" sz="1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5" name="Rectangles 164"/>
          <p:cNvSpPr/>
          <p:nvPr/>
        </p:nvSpPr>
        <p:spPr>
          <a:xfrm>
            <a:off x="8698865" y="3737610"/>
            <a:ext cx="274320" cy="2743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sz="1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.7</a:t>
            </a:r>
            <a:endParaRPr lang="en-US" sz="1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6" name="Text Box 165"/>
          <p:cNvSpPr txBox="1"/>
          <p:nvPr/>
        </p:nvSpPr>
        <p:spPr>
          <a:xfrm>
            <a:off x="8310880" y="3199130"/>
            <a:ext cx="80454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 b="1">
                <a:latin typeface="Times New Roman" panose="02020603050405020304" charset="0"/>
                <a:cs typeface="Times New Roman" panose="02020603050405020304" charset="0"/>
              </a:rPr>
              <a:t>Score</a:t>
            </a:r>
            <a:endParaRPr lang="en-US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67" name="Rectangles 166"/>
          <p:cNvSpPr/>
          <p:nvPr/>
        </p:nvSpPr>
        <p:spPr>
          <a:xfrm>
            <a:off x="6555105" y="4382770"/>
            <a:ext cx="274320" cy="274320"/>
          </a:xfrm>
          <a:prstGeom prst="rect">
            <a:avLst/>
          </a:prstGeom>
          <a:gradFill>
            <a:gsLst>
              <a:gs pos="22000">
                <a:srgbClr val="FF6600"/>
              </a:gs>
              <a:gs pos="0">
                <a:schemeClr val="bg1"/>
              </a:gs>
              <a:gs pos="7000">
                <a:schemeClr val="accent1"/>
              </a:gs>
              <a:gs pos="49000">
                <a:srgbClr val="00B050"/>
              </a:gs>
              <a:gs pos="100000">
                <a:srgbClr val="7030A0"/>
              </a:gs>
            </a:gsLst>
            <a:lin ang="540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8" name="Rectangles 167"/>
          <p:cNvSpPr/>
          <p:nvPr/>
        </p:nvSpPr>
        <p:spPr>
          <a:xfrm>
            <a:off x="6829425" y="4382770"/>
            <a:ext cx="274320" cy="274320"/>
          </a:xfrm>
          <a:prstGeom prst="rect">
            <a:avLst/>
          </a:prstGeom>
          <a:gradFill>
            <a:gsLst>
              <a:gs pos="22000">
                <a:srgbClr val="FF6600"/>
              </a:gs>
              <a:gs pos="0">
                <a:schemeClr val="bg1"/>
              </a:gs>
              <a:gs pos="7000">
                <a:schemeClr val="accent1"/>
              </a:gs>
              <a:gs pos="49000">
                <a:srgbClr val="00B050"/>
              </a:gs>
              <a:gs pos="100000">
                <a:srgbClr val="7030A0"/>
              </a:gs>
            </a:gsLst>
            <a:lin ang="540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9" name="Multiply 168"/>
          <p:cNvSpPr/>
          <p:nvPr/>
        </p:nvSpPr>
        <p:spPr>
          <a:xfrm>
            <a:off x="7103745" y="4417695"/>
            <a:ext cx="436880" cy="448945"/>
          </a:xfrm>
          <a:prstGeom prst="mathMultiply">
            <a:avLst>
              <a:gd name="adj1" fmla="val 151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0" name="Rectangles 169"/>
          <p:cNvSpPr/>
          <p:nvPr/>
        </p:nvSpPr>
        <p:spPr>
          <a:xfrm rot="5400000">
            <a:off x="7540625" y="4376420"/>
            <a:ext cx="274320" cy="274320"/>
          </a:xfrm>
          <a:prstGeom prst="rect">
            <a:avLst/>
          </a:prstGeom>
          <a:gradFill>
            <a:gsLst>
              <a:gs pos="22000">
                <a:srgbClr val="FF6600"/>
              </a:gs>
              <a:gs pos="0">
                <a:schemeClr val="bg1"/>
              </a:gs>
              <a:gs pos="7000">
                <a:schemeClr val="accent1"/>
              </a:gs>
              <a:gs pos="49000">
                <a:srgbClr val="00B050"/>
              </a:gs>
              <a:gs pos="100000">
                <a:srgbClr val="7030A0"/>
              </a:gs>
            </a:gsLst>
            <a:lin ang="540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1" name="Rectangles 170"/>
          <p:cNvSpPr/>
          <p:nvPr/>
        </p:nvSpPr>
        <p:spPr>
          <a:xfrm rot="5400000">
            <a:off x="7540625" y="4650740"/>
            <a:ext cx="274320" cy="274320"/>
          </a:xfrm>
          <a:prstGeom prst="rect">
            <a:avLst/>
          </a:prstGeom>
          <a:gradFill>
            <a:gsLst>
              <a:gs pos="22000">
                <a:srgbClr val="FF6600"/>
              </a:gs>
              <a:gs pos="0">
                <a:schemeClr val="bg1"/>
              </a:gs>
              <a:gs pos="7000">
                <a:schemeClr val="accent1"/>
              </a:gs>
              <a:gs pos="49000">
                <a:srgbClr val="00B050"/>
              </a:gs>
              <a:gs pos="100000">
                <a:srgbClr val="7030A0"/>
              </a:gs>
            </a:gsLst>
            <a:lin ang="540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2" name="Rectangles 171"/>
          <p:cNvSpPr/>
          <p:nvPr/>
        </p:nvSpPr>
        <p:spPr>
          <a:xfrm>
            <a:off x="6555105" y="4650740"/>
            <a:ext cx="274320" cy="274320"/>
          </a:xfrm>
          <a:prstGeom prst="rect">
            <a:avLst/>
          </a:prstGeom>
          <a:gradFill>
            <a:gsLst>
              <a:gs pos="22000">
                <a:srgbClr val="FF6600"/>
              </a:gs>
              <a:gs pos="0">
                <a:schemeClr val="bg1"/>
              </a:gs>
              <a:gs pos="7000">
                <a:schemeClr val="accent1"/>
              </a:gs>
              <a:gs pos="49000">
                <a:srgbClr val="00B050"/>
              </a:gs>
              <a:gs pos="100000">
                <a:srgbClr val="7030A0"/>
              </a:gs>
            </a:gsLst>
            <a:lin ang="540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3" name="Rectangles 172"/>
          <p:cNvSpPr/>
          <p:nvPr/>
        </p:nvSpPr>
        <p:spPr>
          <a:xfrm>
            <a:off x="6829425" y="4650740"/>
            <a:ext cx="274320" cy="274320"/>
          </a:xfrm>
          <a:prstGeom prst="rect">
            <a:avLst/>
          </a:prstGeom>
          <a:gradFill>
            <a:gsLst>
              <a:gs pos="22000">
                <a:srgbClr val="FF6600"/>
              </a:gs>
              <a:gs pos="0">
                <a:schemeClr val="bg1"/>
              </a:gs>
              <a:gs pos="7000">
                <a:schemeClr val="accent1"/>
              </a:gs>
              <a:gs pos="49000">
                <a:srgbClr val="00B050"/>
              </a:gs>
              <a:gs pos="100000">
                <a:srgbClr val="7030A0"/>
              </a:gs>
            </a:gsLst>
            <a:lin ang="540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4" name="Rectangles 173"/>
          <p:cNvSpPr/>
          <p:nvPr/>
        </p:nvSpPr>
        <p:spPr>
          <a:xfrm rot="5400000">
            <a:off x="7814945" y="4376420"/>
            <a:ext cx="274320" cy="274320"/>
          </a:xfrm>
          <a:prstGeom prst="rect">
            <a:avLst/>
          </a:prstGeom>
          <a:gradFill>
            <a:gsLst>
              <a:gs pos="22000">
                <a:srgbClr val="FF6600"/>
              </a:gs>
              <a:gs pos="0">
                <a:schemeClr val="bg1"/>
              </a:gs>
              <a:gs pos="7000">
                <a:schemeClr val="accent1"/>
              </a:gs>
              <a:gs pos="49000">
                <a:srgbClr val="00B050"/>
              </a:gs>
              <a:gs pos="100000">
                <a:srgbClr val="7030A0"/>
              </a:gs>
            </a:gsLst>
            <a:lin ang="540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5" name="Rectangles 174"/>
          <p:cNvSpPr/>
          <p:nvPr/>
        </p:nvSpPr>
        <p:spPr>
          <a:xfrm rot="5400000">
            <a:off x="7814945" y="4650740"/>
            <a:ext cx="274320" cy="274320"/>
          </a:xfrm>
          <a:prstGeom prst="rect">
            <a:avLst/>
          </a:prstGeom>
          <a:gradFill>
            <a:gsLst>
              <a:gs pos="22000">
                <a:srgbClr val="FF6600"/>
              </a:gs>
              <a:gs pos="0">
                <a:schemeClr val="bg1"/>
              </a:gs>
              <a:gs pos="7000">
                <a:schemeClr val="accent1"/>
              </a:gs>
              <a:gs pos="49000">
                <a:srgbClr val="00B050"/>
              </a:gs>
              <a:gs pos="100000">
                <a:srgbClr val="7030A0"/>
              </a:gs>
            </a:gsLst>
            <a:lin ang="540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6" name="Text Box 175"/>
          <p:cNvSpPr txBox="1"/>
          <p:nvPr/>
        </p:nvSpPr>
        <p:spPr>
          <a:xfrm>
            <a:off x="6453505" y="4049395"/>
            <a:ext cx="4527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i="1">
                <a:latin typeface="Times New Roman" panose="02020603050405020304" charset="0"/>
                <a:cs typeface="Times New Roman" panose="02020603050405020304" charset="0"/>
              </a:rPr>
              <a:t>Q</a:t>
            </a:r>
            <a:r>
              <a:rPr lang="en-US" i="1" baseline="-25000">
                <a:latin typeface="Times New Roman" panose="02020603050405020304" charset="0"/>
                <a:cs typeface="Times New Roman" panose="02020603050405020304" charset="0"/>
              </a:rPr>
              <a:t>2</a:t>
            </a:r>
            <a:endParaRPr lang="en-US" i="1" baseline="-25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9" name="Rectangles 178"/>
          <p:cNvSpPr/>
          <p:nvPr/>
        </p:nvSpPr>
        <p:spPr>
          <a:xfrm>
            <a:off x="8424545" y="4362450"/>
            <a:ext cx="274320" cy="2743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sz="1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.3</a:t>
            </a:r>
            <a:endParaRPr lang="en-US" sz="1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0" name="Rectangles 179"/>
          <p:cNvSpPr/>
          <p:nvPr/>
        </p:nvSpPr>
        <p:spPr>
          <a:xfrm>
            <a:off x="8698865" y="4363085"/>
            <a:ext cx="274320" cy="26289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sz="1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.5</a:t>
            </a:r>
            <a:endParaRPr lang="en-US" sz="1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1" name="Rectangles 180"/>
          <p:cNvSpPr/>
          <p:nvPr/>
        </p:nvSpPr>
        <p:spPr>
          <a:xfrm>
            <a:off x="8424545" y="4625975"/>
            <a:ext cx="274320" cy="2743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sz="1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.6</a:t>
            </a:r>
            <a:endParaRPr lang="en-US" sz="1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2" name="Rectangles 181"/>
          <p:cNvSpPr/>
          <p:nvPr/>
        </p:nvSpPr>
        <p:spPr>
          <a:xfrm>
            <a:off x="8698865" y="4625975"/>
            <a:ext cx="274320" cy="2743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0" tIns="0" rIns="0" bIns="0" rtlCol="0" anchor="ctr"/>
          <a:p>
            <a:pPr algn="ctr"/>
            <a:r>
              <a:rPr lang="en-US" sz="1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.7</a:t>
            </a:r>
            <a:endParaRPr lang="en-US" sz="1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3" name="Text Box 182"/>
          <p:cNvSpPr txBox="1"/>
          <p:nvPr/>
        </p:nvSpPr>
        <p:spPr>
          <a:xfrm>
            <a:off x="8310880" y="4087495"/>
            <a:ext cx="80454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1200" b="1">
                <a:latin typeface="Times New Roman" panose="02020603050405020304" charset="0"/>
                <a:cs typeface="Times New Roman" panose="02020603050405020304" charset="0"/>
              </a:rPr>
              <a:t>Score</a:t>
            </a:r>
            <a:endParaRPr lang="en-US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5" name="Text Box 184"/>
              <p:cNvSpPr txBox="1"/>
              <p:nvPr/>
            </p:nvSpPr>
            <p:spPr>
              <a:xfrm>
                <a:off x="7462520" y="4011930"/>
                <a:ext cx="452755" cy="3994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𝐾</m:t>
                          </m:r>
                        </m:e>
                        <m:sub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US" i="1" baseline="-250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185" name="Text Box 1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2520" y="4011930"/>
                <a:ext cx="452755" cy="399415"/>
              </a:xfrm>
              <a:prstGeom prst="rect">
                <a:avLst/>
              </a:prstGeom>
              <a:blipFill rotWithShape="1">
                <a:blip r:embed="rId4"/>
                <a:stretch>
                  <a:fillRect r="-575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6" name="Group 185"/>
          <p:cNvGrpSpPr/>
          <p:nvPr/>
        </p:nvGrpSpPr>
        <p:grpSpPr>
          <a:xfrm rot="5400000">
            <a:off x="9515475" y="2209800"/>
            <a:ext cx="1097280" cy="274320"/>
            <a:chOff x="13688" y="2947"/>
            <a:chExt cx="1728" cy="432"/>
          </a:xfrm>
        </p:grpSpPr>
        <p:sp>
          <p:nvSpPr>
            <p:cNvPr id="187" name="Rectangles 186"/>
            <p:cNvSpPr/>
            <p:nvPr/>
          </p:nvSpPr>
          <p:spPr>
            <a:xfrm>
              <a:off x="13688" y="2947"/>
              <a:ext cx="432" cy="432"/>
            </a:xfrm>
            <a:prstGeom prst="rect">
              <a:avLst/>
            </a:prstGeom>
            <a:gradFill>
              <a:gsLst>
                <a:gs pos="22000">
                  <a:srgbClr val="FF6600"/>
                </a:gs>
                <a:gs pos="0">
                  <a:schemeClr val="bg1"/>
                </a:gs>
                <a:gs pos="7000">
                  <a:schemeClr val="accent1"/>
                </a:gs>
                <a:gs pos="49000">
                  <a:srgbClr val="00B050"/>
                </a:gs>
                <a:gs pos="100000">
                  <a:srgbClr val="7030A0"/>
                </a:gs>
              </a:gsLst>
              <a:lin ang="5400000" scaled="0"/>
            </a:gra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88" name="Rectangles 187"/>
            <p:cNvSpPr/>
            <p:nvPr/>
          </p:nvSpPr>
          <p:spPr>
            <a:xfrm>
              <a:off x="14120" y="2947"/>
              <a:ext cx="432" cy="432"/>
            </a:xfrm>
            <a:prstGeom prst="rect">
              <a:avLst/>
            </a:prstGeom>
            <a:gradFill>
              <a:gsLst>
                <a:gs pos="22000">
                  <a:srgbClr val="FF6600"/>
                </a:gs>
                <a:gs pos="0">
                  <a:schemeClr val="bg1"/>
                </a:gs>
                <a:gs pos="7000">
                  <a:schemeClr val="accent1"/>
                </a:gs>
                <a:gs pos="49000">
                  <a:srgbClr val="00B050"/>
                </a:gs>
                <a:gs pos="100000">
                  <a:srgbClr val="7030A0"/>
                </a:gs>
              </a:gsLst>
              <a:lin ang="5400000" scaled="0"/>
            </a:gra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89" name="Rectangles 188"/>
            <p:cNvSpPr/>
            <p:nvPr/>
          </p:nvSpPr>
          <p:spPr>
            <a:xfrm>
              <a:off x="14552" y="2947"/>
              <a:ext cx="432" cy="432"/>
            </a:xfrm>
            <a:prstGeom prst="rect">
              <a:avLst/>
            </a:prstGeom>
            <a:gradFill>
              <a:gsLst>
                <a:gs pos="22000">
                  <a:srgbClr val="FF6600"/>
                </a:gs>
                <a:gs pos="0">
                  <a:schemeClr val="bg1"/>
                </a:gs>
                <a:gs pos="7000">
                  <a:schemeClr val="accent1"/>
                </a:gs>
                <a:gs pos="49000">
                  <a:srgbClr val="00B050"/>
                </a:gs>
                <a:gs pos="100000">
                  <a:srgbClr val="7030A0"/>
                </a:gs>
              </a:gsLst>
              <a:lin ang="5400000" scaled="0"/>
            </a:gra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90" name="Rectangles 189"/>
            <p:cNvSpPr/>
            <p:nvPr/>
          </p:nvSpPr>
          <p:spPr>
            <a:xfrm>
              <a:off x="14984" y="2947"/>
              <a:ext cx="432" cy="432"/>
            </a:xfrm>
            <a:prstGeom prst="rect">
              <a:avLst/>
            </a:prstGeom>
            <a:gradFill>
              <a:gsLst>
                <a:gs pos="22000">
                  <a:srgbClr val="FF6600"/>
                </a:gs>
                <a:gs pos="0">
                  <a:schemeClr val="bg1"/>
                </a:gs>
                <a:gs pos="7000">
                  <a:schemeClr val="accent1"/>
                </a:gs>
                <a:gs pos="49000">
                  <a:srgbClr val="00B050"/>
                </a:gs>
                <a:gs pos="100000">
                  <a:srgbClr val="7030A0"/>
                </a:gs>
              </a:gsLst>
              <a:lin ang="5400000" scaled="0"/>
            </a:gra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</p:grpSp>
      <p:grpSp>
        <p:nvGrpSpPr>
          <p:cNvPr id="191" name="Group 190"/>
          <p:cNvGrpSpPr/>
          <p:nvPr/>
        </p:nvGrpSpPr>
        <p:grpSpPr>
          <a:xfrm rot="5400000">
            <a:off x="9789795" y="2209800"/>
            <a:ext cx="1097280" cy="274320"/>
            <a:chOff x="13688" y="2947"/>
            <a:chExt cx="1728" cy="432"/>
          </a:xfrm>
        </p:grpSpPr>
        <p:sp>
          <p:nvSpPr>
            <p:cNvPr id="192" name="Rectangles 191"/>
            <p:cNvSpPr/>
            <p:nvPr/>
          </p:nvSpPr>
          <p:spPr>
            <a:xfrm>
              <a:off x="13688" y="2947"/>
              <a:ext cx="432" cy="432"/>
            </a:xfrm>
            <a:prstGeom prst="rect">
              <a:avLst/>
            </a:prstGeom>
            <a:gradFill>
              <a:gsLst>
                <a:gs pos="22000">
                  <a:srgbClr val="FF6600"/>
                </a:gs>
                <a:gs pos="0">
                  <a:schemeClr val="bg1"/>
                </a:gs>
                <a:gs pos="7000">
                  <a:schemeClr val="accent1"/>
                </a:gs>
                <a:gs pos="49000">
                  <a:srgbClr val="00B050"/>
                </a:gs>
                <a:gs pos="100000">
                  <a:srgbClr val="7030A0"/>
                </a:gs>
              </a:gsLst>
              <a:lin ang="5400000" scaled="0"/>
            </a:gra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93" name="Rectangles 192"/>
            <p:cNvSpPr/>
            <p:nvPr/>
          </p:nvSpPr>
          <p:spPr>
            <a:xfrm>
              <a:off x="14120" y="2947"/>
              <a:ext cx="432" cy="432"/>
            </a:xfrm>
            <a:prstGeom prst="rect">
              <a:avLst/>
            </a:prstGeom>
            <a:gradFill>
              <a:gsLst>
                <a:gs pos="22000">
                  <a:srgbClr val="FF6600"/>
                </a:gs>
                <a:gs pos="0">
                  <a:schemeClr val="bg1"/>
                </a:gs>
                <a:gs pos="7000">
                  <a:schemeClr val="accent1"/>
                </a:gs>
                <a:gs pos="49000">
                  <a:srgbClr val="00B050"/>
                </a:gs>
                <a:gs pos="100000">
                  <a:srgbClr val="7030A0"/>
                </a:gs>
              </a:gsLst>
              <a:lin ang="5400000" scaled="0"/>
            </a:gra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94" name="Rectangles 193"/>
            <p:cNvSpPr/>
            <p:nvPr/>
          </p:nvSpPr>
          <p:spPr>
            <a:xfrm>
              <a:off x="14552" y="2947"/>
              <a:ext cx="432" cy="432"/>
            </a:xfrm>
            <a:prstGeom prst="rect">
              <a:avLst/>
            </a:prstGeom>
            <a:gradFill>
              <a:gsLst>
                <a:gs pos="22000">
                  <a:srgbClr val="FF6600"/>
                </a:gs>
                <a:gs pos="0">
                  <a:schemeClr val="bg1"/>
                </a:gs>
                <a:gs pos="7000">
                  <a:schemeClr val="accent1"/>
                </a:gs>
                <a:gs pos="49000">
                  <a:srgbClr val="00B050"/>
                </a:gs>
                <a:gs pos="100000">
                  <a:srgbClr val="7030A0"/>
                </a:gs>
              </a:gsLst>
              <a:lin ang="5400000" scaled="0"/>
            </a:gra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195" name="Rectangles 194"/>
            <p:cNvSpPr/>
            <p:nvPr/>
          </p:nvSpPr>
          <p:spPr>
            <a:xfrm>
              <a:off x="14984" y="2947"/>
              <a:ext cx="432" cy="432"/>
            </a:xfrm>
            <a:prstGeom prst="rect">
              <a:avLst/>
            </a:prstGeom>
            <a:gradFill>
              <a:gsLst>
                <a:gs pos="22000">
                  <a:srgbClr val="FF6600"/>
                </a:gs>
                <a:gs pos="0">
                  <a:schemeClr val="bg1"/>
                </a:gs>
                <a:gs pos="7000">
                  <a:schemeClr val="accent1"/>
                </a:gs>
                <a:gs pos="49000">
                  <a:srgbClr val="00B050"/>
                </a:gs>
                <a:gs pos="100000">
                  <a:srgbClr val="7030A0"/>
                </a:gs>
              </a:gsLst>
              <a:lin ang="5400000" scaled="0"/>
            </a:gra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</p:grpSp>
      <p:sp>
        <p:nvSpPr>
          <p:cNvPr id="196" name="Text Box 195"/>
          <p:cNvSpPr txBox="1"/>
          <p:nvPr/>
        </p:nvSpPr>
        <p:spPr>
          <a:xfrm>
            <a:off x="9825990" y="1492250"/>
            <a:ext cx="4546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i="1">
                <a:latin typeface="Times New Roman" panose="02020603050405020304" charset="0"/>
                <a:cs typeface="Times New Roman" panose="02020603050405020304" charset="0"/>
              </a:rPr>
              <a:t>V</a:t>
            </a:r>
            <a:r>
              <a:rPr lang="en-US" i="1" baseline="30000">
                <a:latin typeface="Times New Roman" panose="02020603050405020304" charset="0"/>
                <a:cs typeface="Times New Roman" panose="02020603050405020304" charset="0"/>
              </a:rPr>
              <a:t>T</a:t>
            </a:r>
            <a:endParaRPr lang="en-US" i="1" baseline="30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7" name="Multiply 196"/>
          <p:cNvSpPr/>
          <p:nvPr/>
        </p:nvSpPr>
        <p:spPr>
          <a:xfrm>
            <a:off x="9528810" y="2072640"/>
            <a:ext cx="436880" cy="448945"/>
          </a:xfrm>
          <a:prstGeom prst="mathMultiply">
            <a:avLst>
              <a:gd name="adj1" fmla="val 151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8" name="Multiply 197"/>
          <p:cNvSpPr/>
          <p:nvPr/>
        </p:nvSpPr>
        <p:spPr>
          <a:xfrm>
            <a:off x="8973185" y="3526155"/>
            <a:ext cx="436880" cy="448945"/>
          </a:xfrm>
          <a:prstGeom prst="mathMultiply">
            <a:avLst>
              <a:gd name="adj1" fmla="val 151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9" name="Rectangles 198"/>
          <p:cNvSpPr/>
          <p:nvPr/>
        </p:nvSpPr>
        <p:spPr>
          <a:xfrm rot="5400000">
            <a:off x="9376410" y="3463290"/>
            <a:ext cx="274320" cy="274320"/>
          </a:xfrm>
          <a:prstGeom prst="rect">
            <a:avLst/>
          </a:prstGeom>
          <a:gradFill>
            <a:gsLst>
              <a:gs pos="22000">
                <a:srgbClr val="FF6600"/>
              </a:gs>
              <a:gs pos="0">
                <a:schemeClr val="bg1"/>
              </a:gs>
              <a:gs pos="7000">
                <a:schemeClr val="accent1"/>
              </a:gs>
              <a:gs pos="49000">
                <a:srgbClr val="00B050"/>
              </a:gs>
              <a:gs pos="100000">
                <a:srgbClr val="7030A0"/>
              </a:gs>
            </a:gsLst>
            <a:lin ang="540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0" name="Rectangles 199"/>
          <p:cNvSpPr/>
          <p:nvPr/>
        </p:nvSpPr>
        <p:spPr>
          <a:xfrm rot="5400000">
            <a:off x="9376410" y="3737610"/>
            <a:ext cx="274320" cy="274320"/>
          </a:xfrm>
          <a:prstGeom prst="rect">
            <a:avLst/>
          </a:prstGeom>
          <a:gradFill>
            <a:gsLst>
              <a:gs pos="22000">
                <a:srgbClr val="FF6600"/>
              </a:gs>
              <a:gs pos="0">
                <a:schemeClr val="bg1"/>
              </a:gs>
              <a:gs pos="7000">
                <a:schemeClr val="accent1"/>
              </a:gs>
              <a:gs pos="49000">
                <a:srgbClr val="00B050"/>
              </a:gs>
              <a:gs pos="100000">
                <a:srgbClr val="7030A0"/>
              </a:gs>
            </a:gsLst>
            <a:lin ang="540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1" name="Rectangles 200"/>
          <p:cNvSpPr/>
          <p:nvPr/>
        </p:nvSpPr>
        <p:spPr>
          <a:xfrm rot="5400000">
            <a:off x="9650730" y="3463290"/>
            <a:ext cx="274320" cy="274320"/>
          </a:xfrm>
          <a:prstGeom prst="rect">
            <a:avLst/>
          </a:prstGeom>
          <a:gradFill>
            <a:gsLst>
              <a:gs pos="22000">
                <a:srgbClr val="FF6600"/>
              </a:gs>
              <a:gs pos="0">
                <a:schemeClr val="bg1"/>
              </a:gs>
              <a:gs pos="7000">
                <a:schemeClr val="accent1"/>
              </a:gs>
              <a:gs pos="49000">
                <a:srgbClr val="00B050"/>
              </a:gs>
              <a:gs pos="100000">
                <a:srgbClr val="7030A0"/>
              </a:gs>
            </a:gsLst>
            <a:lin ang="540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2" name="Rectangles 201"/>
          <p:cNvSpPr/>
          <p:nvPr/>
        </p:nvSpPr>
        <p:spPr>
          <a:xfrm rot="5400000">
            <a:off x="9650730" y="3737610"/>
            <a:ext cx="274320" cy="274320"/>
          </a:xfrm>
          <a:prstGeom prst="rect">
            <a:avLst/>
          </a:prstGeom>
          <a:gradFill>
            <a:gsLst>
              <a:gs pos="22000">
                <a:srgbClr val="FF6600"/>
              </a:gs>
              <a:gs pos="0">
                <a:schemeClr val="bg1"/>
              </a:gs>
              <a:gs pos="7000">
                <a:schemeClr val="accent1"/>
              </a:gs>
              <a:gs pos="49000">
                <a:srgbClr val="00B050"/>
              </a:gs>
              <a:gs pos="100000">
                <a:srgbClr val="7030A0"/>
              </a:gs>
            </a:gsLst>
            <a:lin ang="540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3" name="Text Box 202"/>
              <p:cNvSpPr txBox="1"/>
              <p:nvPr/>
            </p:nvSpPr>
            <p:spPr>
              <a:xfrm>
                <a:off x="9298305" y="3101975"/>
                <a:ext cx="452755" cy="3994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US" i="1" baseline="-250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203" name="Text Box 2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8305" y="3101975"/>
                <a:ext cx="452755" cy="399415"/>
              </a:xfrm>
              <a:prstGeom prst="rect">
                <a:avLst/>
              </a:prstGeom>
              <a:blipFill rotWithShape="1">
                <a:blip r:embed="rId5"/>
                <a:stretch>
                  <a:fillRect r="-294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4" name="Rectangles 203"/>
          <p:cNvSpPr/>
          <p:nvPr/>
        </p:nvSpPr>
        <p:spPr>
          <a:xfrm rot="5400000">
            <a:off x="9376410" y="4351655"/>
            <a:ext cx="274320" cy="274320"/>
          </a:xfrm>
          <a:prstGeom prst="rect">
            <a:avLst/>
          </a:prstGeom>
          <a:gradFill>
            <a:gsLst>
              <a:gs pos="22000">
                <a:srgbClr val="FF6600"/>
              </a:gs>
              <a:gs pos="0">
                <a:schemeClr val="bg1"/>
              </a:gs>
              <a:gs pos="7000">
                <a:schemeClr val="accent1"/>
              </a:gs>
              <a:gs pos="49000">
                <a:srgbClr val="00B050"/>
              </a:gs>
              <a:gs pos="100000">
                <a:srgbClr val="7030A0"/>
              </a:gs>
            </a:gsLst>
            <a:lin ang="540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5" name="Rectangles 204"/>
          <p:cNvSpPr/>
          <p:nvPr/>
        </p:nvSpPr>
        <p:spPr>
          <a:xfrm rot="5400000">
            <a:off x="9376410" y="4625975"/>
            <a:ext cx="274320" cy="274320"/>
          </a:xfrm>
          <a:prstGeom prst="rect">
            <a:avLst/>
          </a:prstGeom>
          <a:gradFill>
            <a:gsLst>
              <a:gs pos="22000">
                <a:srgbClr val="FF6600"/>
              </a:gs>
              <a:gs pos="0">
                <a:schemeClr val="bg1"/>
              </a:gs>
              <a:gs pos="7000">
                <a:schemeClr val="accent1"/>
              </a:gs>
              <a:gs pos="49000">
                <a:srgbClr val="00B050"/>
              </a:gs>
              <a:gs pos="100000">
                <a:srgbClr val="7030A0"/>
              </a:gs>
            </a:gsLst>
            <a:lin ang="540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6" name="Rectangles 205"/>
          <p:cNvSpPr/>
          <p:nvPr/>
        </p:nvSpPr>
        <p:spPr>
          <a:xfrm rot="5400000">
            <a:off x="9650730" y="4351655"/>
            <a:ext cx="274320" cy="274320"/>
          </a:xfrm>
          <a:prstGeom prst="rect">
            <a:avLst/>
          </a:prstGeom>
          <a:gradFill>
            <a:gsLst>
              <a:gs pos="22000">
                <a:srgbClr val="FF6600"/>
              </a:gs>
              <a:gs pos="0">
                <a:schemeClr val="bg1"/>
              </a:gs>
              <a:gs pos="7000">
                <a:schemeClr val="accent1"/>
              </a:gs>
              <a:gs pos="49000">
                <a:srgbClr val="00B050"/>
              </a:gs>
              <a:gs pos="100000">
                <a:srgbClr val="7030A0"/>
              </a:gs>
            </a:gsLst>
            <a:lin ang="540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07" name="Rectangles 206"/>
          <p:cNvSpPr/>
          <p:nvPr/>
        </p:nvSpPr>
        <p:spPr>
          <a:xfrm rot="5400000">
            <a:off x="9650730" y="4625975"/>
            <a:ext cx="274320" cy="274320"/>
          </a:xfrm>
          <a:prstGeom prst="rect">
            <a:avLst/>
          </a:prstGeom>
          <a:gradFill>
            <a:gsLst>
              <a:gs pos="22000">
                <a:srgbClr val="FF6600"/>
              </a:gs>
              <a:gs pos="0">
                <a:schemeClr val="bg1"/>
              </a:gs>
              <a:gs pos="7000">
                <a:schemeClr val="accent1"/>
              </a:gs>
              <a:gs pos="49000">
                <a:srgbClr val="00B050"/>
              </a:gs>
              <a:gs pos="100000">
                <a:srgbClr val="7030A0"/>
              </a:gs>
            </a:gsLst>
            <a:lin ang="540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8" name="Text Box 207"/>
              <p:cNvSpPr txBox="1"/>
              <p:nvPr/>
            </p:nvSpPr>
            <p:spPr>
              <a:xfrm>
                <a:off x="9298305" y="3990340"/>
                <a:ext cx="452755" cy="3994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</m:ctrlPr>
                        </m:sSubSupPr>
                        <m:e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𝑉</m:t>
                          </m:r>
                        </m:e>
                        <m:sub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latin typeface="DejaVu Math TeX Gyre" panose="02000503000000000000" charset="0"/>
                              <a:cs typeface="DejaVu Math TeX Gyre" panose="02000503000000000000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US" i="1" baseline="-2500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208" name="Text Box 20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98305" y="3990340"/>
                <a:ext cx="452755" cy="399415"/>
              </a:xfrm>
              <a:prstGeom prst="rect">
                <a:avLst/>
              </a:prstGeom>
              <a:blipFill rotWithShape="1">
                <a:blip r:embed="rId6"/>
                <a:stretch>
                  <a:fillRect r="-294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9" name="Multiply 208"/>
          <p:cNvSpPr/>
          <p:nvPr/>
        </p:nvSpPr>
        <p:spPr>
          <a:xfrm>
            <a:off x="8959850" y="4382770"/>
            <a:ext cx="436880" cy="448945"/>
          </a:xfrm>
          <a:prstGeom prst="mathMultiply">
            <a:avLst>
              <a:gd name="adj1" fmla="val 1511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0" name="Right Arrow 209"/>
          <p:cNvSpPr/>
          <p:nvPr/>
        </p:nvSpPr>
        <p:spPr>
          <a:xfrm>
            <a:off x="8693785" y="2199640"/>
            <a:ext cx="267970" cy="185420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1" name="Right Arrow 210"/>
          <p:cNvSpPr/>
          <p:nvPr/>
        </p:nvSpPr>
        <p:spPr>
          <a:xfrm>
            <a:off x="8132445" y="3660140"/>
            <a:ext cx="267970" cy="185420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2" name="Right Arrow 211"/>
          <p:cNvSpPr/>
          <p:nvPr/>
        </p:nvSpPr>
        <p:spPr>
          <a:xfrm>
            <a:off x="8132445" y="4531995"/>
            <a:ext cx="267970" cy="185420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3" name="Right Arrow 212"/>
          <p:cNvSpPr/>
          <p:nvPr/>
        </p:nvSpPr>
        <p:spPr>
          <a:xfrm>
            <a:off x="10006330" y="4531995"/>
            <a:ext cx="267970" cy="185420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4" name="Right Arrow 213"/>
          <p:cNvSpPr/>
          <p:nvPr/>
        </p:nvSpPr>
        <p:spPr>
          <a:xfrm>
            <a:off x="10006330" y="3660140"/>
            <a:ext cx="267970" cy="185420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5" name="Rectangles 214"/>
          <p:cNvSpPr/>
          <p:nvPr/>
        </p:nvSpPr>
        <p:spPr>
          <a:xfrm rot="5400000">
            <a:off x="10350500" y="3474085"/>
            <a:ext cx="274320" cy="274320"/>
          </a:xfrm>
          <a:prstGeom prst="rect">
            <a:avLst/>
          </a:prstGeom>
          <a:gradFill>
            <a:gsLst>
              <a:gs pos="22000">
                <a:srgbClr val="FF6600"/>
              </a:gs>
              <a:gs pos="0">
                <a:schemeClr val="bg1"/>
              </a:gs>
              <a:gs pos="7000">
                <a:schemeClr val="accent1"/>
              </a:gs>
              <a:gs pos="49000">
                <a:srgbClr val="00B050"/>
              </a:gs>
              <a:gs pos="100000">
                <a:srgbClr val="7030A0"/>
              </a:gs>
            </a:gsLst>
            <a:lin ang="540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6" name="Rectangles 215"/>
          <p:cNvSpPr/>
          <p:nvPr/>
        </p:nvSpPr>
        <p:spPr>
          <a:xfrm rot="5400000">
            <a:off x="10350500" y="3748405"/>
            <a:ext cx="274320" cy="274320"/>
          </a:xfrm>
          <a:prstGeom prst="rect">
            <a:avLst/>
          </a:prstGeom>
          <a:gradFill>
            <a:gsLst>
              <a:gs pos="22000">
                <a:srgbClr val="FF6600"/>
              </a:gs>
              <a:gs pos="0">
                <a:schemeClr val="bg1"/>
              </a:gs>
              <a:gs pos="7000">
                <a:schemeClr val="accent1"/>
              </a:gs>
              <a:gs pos="49000">
                <a:srgbClr val="00B050"/>
              </a:gs>
              <a:gs pos="100000">
                <a:srgbClr val="7030A0"/>
              </a:gs>
            </a:gsLst>
            <a:lin ang="540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7" name="Rectangles 216"/>
          <p:cNvSpPr/>
          <p:nvPr/>
        </p:nvSpPr>
        <p:spPr>
          <a:xfrm rot="5400000">
            <a:off x="10350500" y="4362450"/>
            <a:ext cx="274320" cy="274320"/>
          </a:xfrm>
          <a:prstGeom prst="rect">
            <a:avLst/>
          </a:prstGeom>
          <a:gradFill>
            <a:gsLst>
              <a:gs pos="22000">
                <a:srgbClr val="FF6600"/>
              </a:gs>
              <a:gs pos="0">
                <a:schemeClr val="bg1"/>
              </a:gs>
              <a:gs pos="7000">
                <a:schemeClr val="accent1"/>
              </a:gs>
              <a:gs pos="49000">
                <a:srgbClr val="00B050"/>
              </a:gs>
              <a:gs pos="100000">
                <a:srgbClr val="7030A0"/>
              </a:gs>
            </a:gsLst>
            <a:lin ang="540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8" name="Rectangles 217"/>
          <p:cNvSpPr/>
          <p:nvPr/>
        </p:nvSpPr>
        <p:spPr>
          <a:xfrm rot="5400000">
            <a:off x="10350500" y="4636770"/>
            <a:ext cx="274320" cy="274320"/>
          </a:xfrm>
          <a:prstGeom prst="rect">
            <a:avLst/>
          </a:prstGeom>
          <a:gradFill>
            <a:gsLst>
              <a:gs pos="22000">
                <a:srgbClr val="FF6600"/>
              </a:gs>
              <a:gs pos="0">
                <a:schemeClr val="bg1"/>
              </a:gs>
              <a:gs pos="7000">
                <a:schemeClr val="accent1"/>
              </a:gs>
              <a:gs pos="49000">
                <a:srgbClr val="00B050"/>
              </a:gs>
              <a:gs pos="100000">
                <a:srgbClr val="7030A0"/>
              </a:gs>
            </a:gsLst>
            <a:lin ang="540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19" name="Right Arrow 218"/>
          <p:cNvSpPr/>
          <p:nvPr/>
        </p:nvSpPr>
        <p:spPr>
          <a:xfrm>
            <a:off x="10553065" y="2245995"/>
            <a:ext cx="267970" cy="185420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pSp>
        <p:nvGrpSpPr>
          <p:cNvPr id="220" name="Group 219"/>
          <p:cNvGrpSpPr/>
          <p:nvPr/>
        </p:nvGrpSpPr>
        <p:grpSpPr>
          <a:xfrm rot="5400000">
            <a:off x="10478770" y="2226945"/>
            <a:ext cx="1097280" cy="274320"/>
            <a:chOff x="13688" y="2947"/>
            <a:chExt cx="1728" cy="432"/>
          </a:xfrm>
        </p:grpSpPr>
        <p:sp>
          <p:nvSpPr>
            <p:cNvPr id="221" name="Rectangles 220"/>
            <p:cNvSpPr/>
            <p:nvPr/>
          </p:nvSpPr>
          <p:spPr>
            <a:xfrm>
              <a:off x="13688" y="2947"/>
              <a:ext cx="432" cy="432"/>
            </a:xfrm>
            <a:prstGeom prst="rect">
              <a:avLst/>
            </a:prstGeom>
            <a:gradFill>
              <a:gsLst>
                <a:gs pos="22000">
                  <a:srgbClr val="FF6600"/>
                </a:gs>
                <a:gs pos="0">
                  <a:schemeClr val="bg1"/>
                </a:gs>
                <a:gs pos="7000">
                  <a:schemeClr val="accent1"/>
                </a:gs>
                <a:gs pos="49000">
                  <a:srgbClr val="00B050"/>
                </a:gs>
                <a:gs pos="100000">
                  <a:srgbClr val="7030A0"/>
                </a:gs>
              </a:gsLst>
              <a:lin ang="5400000" scaled="0"/>
            </a:gra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22" name="Rectangles 221"/>
            <p:cNvSpPr/>
            <p:nvPr/>
          </p:nvSpPr>
          <p:spPr>
            <a:xfrm>
              <a:off x="14120" y="2947"/>
              <a:ext cx="432" cy="432"/>
            </a:xfrm>
            <a:prstGeom prst="rect">
              <a:avLst/>
            </a:prstGeom>
            <a:gradFill>
              <a:gsLst>
                <a:gs pos="22000">
                  <a:srgbClr val="FF6600"/>
                </a:gs>
                <a:gs pos="0">
                  <a:schemeClr val="bg1"/>
                </a:gs>
                <a:gs pos="7000">
                  <a:schemeClr val="accent1"/>
                </a:gs>
                <a:gs pos="49000">
                  <a:srgbClr val="00B050"/>
                </a:gs>
                <a:gs pos="100000">
                  <a:srgbClr val="7030A0"/>
                </a:gs>
              </a:gsLst>
              <a:lin ang="5400000" scaled="0"/>
            </a:gra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23" name="Rectangles 222"/>
            <p:cNvSpPr/>
            <p:nvPr/>
          </p:nvSpPr>
          <p:spPr>
            <a:xfrm>
              <a:off x="14552" y="2947"/>
              <a:ext cx="432" cy="432"/>
            </a:xfrm>
            <a:prstGeom prst="rect">
              <a:avLst/>
            </a:prstGeom>
            <a:gradFill>
              <a:gsLst>
                <a:gs pos="22000">
                  <a:srgbClr val="FF6600"/>
                </a:gs>
                <a:gs pos="0">
                  <a:schemeClr val="bg1"/>
                </a:gs>
                <a:gs pos="7000">
                  <a:schemeClr val="accent1"/>
                </a:gs>
                <a:gs pos="49000">
                  <a:srgbClr val="00B050"/>
                </a:gs>
                <a:gs pos="100000">
                  <a:srgbClr val="7030A0"/>
                </a:gs>
              </a:gsLst>
              <a:lin ang="5400000" scaled="0"/>
            </a:gra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24" name="Rectangles 223"/>
            <p:cNvSpPr/>
            <p:nvPr/>
          </p:nvSpPr>
          <p:spPr>
            <a:xfrm>
              <a:off x="14984" y="2947"/>
              <a:ext cx="432" cy="432"/>
            </a:xfrm>
            <a:prstGeom prst="rect">
              <a:avLst/>
            </a:prstGeom>
            <a:gradFill>
              <a:gsLst>
                <a:gs pos="22000">
                  <a:srgbClr val="FF6600"/>
                </a:gs>
                <a:gs pos="0">
                  <a:schemeClr val="bg1"/>
                </a:gs>
                <a:gs pos="7000">
                  <a:schemeClr val="accent1"/>
                </a:gs>
                <a:gs pos="49000">
                  <a:srgbClr val="00B050"/>
                </a:gs>
                <a:gs pos="100000">
                  <a:srgbClr val="7030A0"/>
                </a:gs>
              </a:gsLst>
              <a:lin ang="5400000" scaled="0"/>
            </a:gra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</p:grpSp>
      <p:grpSp>
        <p:nvGrpSpPr>
          <p:cNvPr id="225" name="Group 224"/>
          <p:cNvGrpSpPr/>
          <p:nvPr/>
        </p:nvGrpSpPr>
        <p:grpSpPr>
          <a:xfrm rot="5400000">
            <a:off x="10753090" y="2226945"/>
            <a:ext cx="1097280" cy="274320"/>
            <a:chOff x="13688" y="2947"/>
            <a:chExt cx="1728" cy="432"/>
          </a:xfrm>
        </p:grpSpPr>
        <p:sp>
          <p:nvSpPr>
            <p:cNvPr id="226" name="Rectangles 225"/>
            <p:cNvSpPr/>
            <p:nvPr/>
          </p:nvSpPr>
          <p:spPr>
            <a:xfrm>
              <a:off x="13688" y="2947"/>
              <a:ext cx="432" cy="432"/>
            </a:xfrm>
            <a:prstGeom prst="rect">
              <a:avLst/>
            </a:prstGeom>
            <a:gradFill>
              <a:gsLst>
                <a:gs pos="22000">
                  <a:srgbClr val="FF6600"/>
                </a:gs>
                <a:gs pos="0">
                  <a:schemeClr val="bg1"/>
                </a:gs>
                <a:gs pos="7000">
                  <a:schemeClr val="accent1"/>
                </a:gs>
                <a:gs pos="49000">
                  <a:srgbClr val="00B050"/>
                </a:gs>
                <a:gs pos="100000">
                  <a:srgbClr val="7030A0"/>
                </a:gs>
              </a:gsLst>
              <a:lin ang="5400000" scaled="0"/>
            </a:gra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27" name="Rectangles 226"/>
            <p:cNvSpPr/>
            <p:nvPr/>
          </p:nvSpPr>
          <p:spPr>
            <a:xfrm>
              <a:off x="14120" y="2947"/>
              <a:ext cx="432" cy="432"/>
            </a:xfrm>
            <a:prstGeom prst="rect">
              <a:avLst/>
            </a:prstGeom>
            <a:gradFill>
              <a:gsLst>
                <a:gs pos="22000">
                  <a:srgbClr val="FF6600"/>
                </a:gs>
                <a:gs pos="0">
                  <a:schemeClr val="bg1"/>
                </a:gs>
                <a:gs pos="7000">
                  <a:schemeClr val="accent1"/>
                </a:gs>
                <a:gs pos="49000">
                  <a:srgbClr val="00B050"/>
                </a:gs>
                <a:gs pos="100000">
                  <a:srgbClr val="7030A0"/>
                </a:gs>
              </a:gsLst>
              <a:lin ang="5400000" scaled="0"/>
            </a:gra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28" name="Rectangles 227"/>
            <p:cNvSpPr/>
            <p:nvPr/>
          </p:nvSpPr>
          <p:spPr>
            <a:xfrm>
              <a:off x="14552" y="2947"/>
              <a:ext cx="432" cy="432"/>
            </a:xfrm>
            <a:prstGeom prst="rect">
              <a:avLst/>
            </a:prstGeom>
            <a:gradFill>
              <a:gsLst>
                <a:gs pos="22000">
                  <a:srgbClr val="FF6600"/>
                </a:gs>
                <a:gs pos="0">
                  <a:schemeClr val="bg1"/>
                </a:gs>
                <a:gs pos="7000">
                  <a:schemeClr val="accent1"/>
                </a:gs>
                <a:gs pos="49000">
                  <a:srgbClr val="00B050"/>
                </a:gs>
                <a:gs pos="100000">
                  <a:srgbClr val="7030A0"/>
                </a:gs>
              </a:gsLst>
              <a:lin ang="5400000" scaled="0"/>
            </a:gra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29" name="Rectangles 228"/>
            <p:cNvSpPr/>
            <p:nvPr/>
          </p:nvSpPr>
          <p:spPr>
            <a:xfrm>
              <a:off x="14984" y="2947"/>
              <a:ext cx="432" cy="432"/>
            </a:xfrm>
            <a:prstGeom prst="rect">
              <a:avLst/>
            </a:prstGeom>
            <a:gradFill>
              <a:gsLst>
                <a:gs pos="22000">
                  <a:srgbClr val="FF6600"/>
                </a:gs>
                <a:gs pos="0">
                  <a:schemeClr val="bg1"/>
                </a:gs>
                <a:gs pos="7000">
                  <a:schemeClr val="accent1"/>
                </a:gs>
                <a:gs pos="49000">
                  <a:srgbClr val="00B050"/>
                </a:gs>
                <a:gs pos="100000">
                  <a:srgbClr val="7030A0"/>
                </a:gs>
              </a:gsLst>
              <a:lin ang="5400000" scaled="0"/>
            </a:gra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</p:grpSp>
      <p:sp>
        <p:nvSpPr>
          <p:cNvPr id="230" name="Rectangles 229"/>
          <p:cNvSpPr/>
          <p:nvPr/>
        </p:nvSpPr>
        <p:spPr>
          <a:xfrm rot="5400000">
            <a:off x="10624820" y="3474085"/>
            <a:ext cx="274320" cy="274320"/>
          </a:xfrm>
          <a:prstGeom prst="rect">
            <a:avLst/>
          </a:prstGeom>
          <a:gradFill>
            <a:gsLst>
              <a:gs pos="22000">
                <a:srgbClr val="FF6600"/>
              </a:gs>
              <a:gs pos="0">
                <a:schemeClr val="bg1"/>
              </a:gs>
              <a:gs pos="7000">
                <a:schemeClr val="accent1"/>
              </a:gs>
              <a:gs pos="49000">
                <a:srgbClr val="00B050"/>
              </a:gs>
              <a:gs pos="100000">
                <a:srgbClr val="7030A0"/>
              </a:gs>
            </a:gsLst>
            <a:lin ang="540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31" name="Rectangles 230"/>
          <p:cNvSpPr/>
          <p:nvPr/>
        </p:nvSpPr>
        <p:spPr>
          <a:xfrm rot="5400000">
            <a:off x="10624820" y="3748405"/>
            <a:ext cx="274320" cy="274320"/>
          </a:xfrm>
          <a:prstGeom prst="rect">
            <a:avLst/>
          </a:prstGeom>
          <a:gradFill>
            <a:gsLst>
              <a:gs pos="22000">
                <a:srgbClr val="FF6600"/>
              </a:gs>
              <a:gs pos="0">
                <a:schemeClr val="bg1"/>
              </a:gs>
              <a:gs pos="7000">
                <a:schemeClr val="accent1"/>
              </a:gs>
              <a:gs pos="49000">
                <a:srgbClr val="00B050"/>
              </a:gs>
              <a:gs pos="100000">
                <a:srgbClr val="7030A0"/>
              </a:gs>
            </a:gsLst>
            <a:lin ang="540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32" name="Rectangles 231"/>
          <p:cNvSpPr/>
          <p:nvPr/>
        </p:nvSpPr>
        <p:spPr>
          <a:xfrm rot="5400000">
            <a:off x="10624820" y="4362450"/>
            <a:ext cx="274320" cy="274320"/>
          </a:xfrm>
          <a:prstGeom prst="rect">
            <a:avLst/>
          </a:prstGeom>
          <a:gradFill>
            <a:gsLst>
              <a:gs pos="22000">
                <a:srgbClr val="FF6600"/>
              </a:gs>
              <a:gs pos="0">
                <a:schemeClr val="bg1"/>
              </a:gs>
              <a:gs pos="7000">
                <a:schemeClr val="accent1"/>
              </a:gs>
              <a:gs pos="49000">
                <a:srgbClr val="00B050"/>
              </a:gs>
              <a:gs pos="100000">
                <a:srgbClr val="7030A0"/>
              </a:gs>
            </a:gsLst>
            <a:lin ang="540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33" name="Rectangles 232"/>
          <p:cNvSpPr/>
          <p:nvPr/>
        </p:nvSpPr>
        <p:spPr>
          <a:xfrm rot="5400000">
            <a:off x="10624820" y="4636770"/>
            <a:ext cx="274320" cy="274320"/>
          </a:xfrm>
          <a:prstGeom prst="rect">
            <a:avLst/>
          </a:prstGeom>
          <a:gradFill>
            <a:gsLst>
              <a:gs pos="22000">
                <a:srgbClr val="FF6600"/>
              </a:gs>
              <a:gs pos="0">
                <a:schemeClr val="bg1"/>
              </a:gs>
              <a:gs pos="7000">
                <a:schemeClr val="accent1"/>
              </a:gs>
              <a:gs pos="49000">
                <a:srgbClr val="00B050"/>
              </a:gs>
              <a:gs pos="100000">
                <a:srgbClr val="7030A0"/>
              </a:gs>
            </a:gsLst>
            <a:lin ang="5400000" scaled="0"/>
          </a:gra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34" name="Right Arrow 233"/>
          <p:cNvSpPr/>
          <p:nvPr/>
        </p:nvSpPr>
        <p:spPr>
          <a:xfrm rot="3000000">
            <a:off x="10922000" y="3832225"/>
            <a:ext cx="267970" cy="185420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35" name="Right Arrow 234"/>
          <p:cNvSpPr/>
          <p:nvPr/>
        </p:nvSpPr>
        <p:spPr>
          <a:xfrm rot="18840000">
            <a:off x="10925175" y="4444365"/>
            <a:ext cx="267970" cy="185420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pSp>
        <p:nvGrpSpPr>
          <p:cNvPr id="236" name="Group 235"/>
          <p:cNvGrpSpPr/>
          <p:nvPr/>
        </p:nvGrpSpPr>
        <p:grpSpPr>
          <a:xfrm rot="5400000">
            <a:off x="10826750" y="4090670"/>
            <a:ext cx="1097280" cy="274320"/>
            <a:chOff x="13688" y="2947"/>
            <a:chExt cx="1728" cy="432"/>
          </a:xfrm>
        </p:grpSpPr>
        <p:sp>
          <p:nvSpPr>
            <p:cNvPr id="237" name="Rectangles 236"/>
            <p:cNvSpPr/>
            <p:nvPr/>
          </p:nvSpPr>
          <p:spPr>
            <a:xfrm>
              <a:off x="13688" y="2947"/>
              <a:ext cx="432" cy="432"/>
            </a:xfrm>
            <a:prstGeom prst="rect">
              <a:avLst/>
            </a:prstGeom>
            <a:gradFill>
              <a:gsLst>
                <a:gs pos="22000">
                  <a:srgbClr val="FF6600"/>
                </a:gs>
                <a:gs pos="0">
                  <a:schemeClr val="bg1"/>
                </a:gs>
                <a:gs pos="7000">
                  <a:schemeClr val="accent1"/>
                </a:gs>
                <a:gs pos="49000">
                  <a:srgbClr val="00B050"/>
                </a:gs>
                <a:gs pos="100000">
                  <a:srgbClr val="7030A0"/>
                </a:gs>
              </a:gsLst>
              <a:lin ang="5400000" scaled="0"/>
            </a:gra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38" name="Rectangles 237"/>
            <p:cNvSpPr/>
            <p:nvPr/>
          </p:nvSpPr>
          <p:spPr>
            <a:xfrm>
              <a:off x="14120" y="2947"/>
              <a:ext cx="432" cy="432"/>
            </a:xfrm>
            <a:prstGeom prst="rect">
              <a:avLst/>
            </a:prstGeom>
            <a:gradFill>
              <a:gsLst>
                <a:gs pos="22000">
                  <a:srgbClr val="FF6600"/>
                </a:gs>
                <a:gs pos="0">
                  <a:schemeClr val="bg1"/>
                </a:gs>
                <a:gs pos="7000">
                  <a:schemeClr val="accent1"/>
                </a:gs>
                <a:gs pos="49000">
                  <a:srgbClr val="00B050"/>
                </a:gs>
                <a:gs pos="100000">
                  <a:srgbClr val="7030A0"/>
                </a:gs>
              </a:gsLst>
              <a:lin ang="5400000" scaled="0"/>
            </a:gra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39" name="Rectangles 238"/>
            <p:cNvSpPr/>
            <p:nvPr/>
          </p:nvSpPr>
          <p:spPr>
            <a:xfrm>
              <a:off x="14552" y="2947"/>
              <a:ext cx="432" cy="432"/>
            </a:xfrm>
            <a:prstGeom prst="rect">
              <a:avLst/>
            </a:prstGeom>
            <a:gradFill>
              <a:gsLst>
                <a:gs pos="22000">
                  <a:srgbClr val="FF6600"/>
                </a:gs>
                <a:gs pos="0">
                  <a:schemeClr val="bg1"/>
                </a:gs>
                <a:gs pos="7000">
                  <a:schemeClr val="accent1"/>
                </a:gs>
                <a:gs pos="49000">
                  <a:srgbClr val="00B050"/>
                </a:gs>
                <a:gs pos="100000">
                  <a:srgbClr val="7030A0"/>
                </a:gs>
              </a:gsLst>
              <a:lin ang="5400000" scaled="0"/>
            </a:gra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40" name="Rectangles 239"/>
            <p:cNvSpPr/>
            <p:nvPr/>
          </p:nvSpPr>
          <p:spPr>
            <a:xfrm>
              <a:off x="14984" y="2947"/>
              <a:ext cx="432" cy="432"/>
            </a:xfrm>
            <a:prstGeom prst="rect">
              <a:avLst/>
            </a:prstGeom>
            <a:gradFill>
              <a:gsLst>
                <a:gs pos="22000">
                  <a:srgbClr val="FF6600"/>
                </a:gs>
                <a:gs pos="0">
                  <a:schemeClr val="bg1"/>
                </a:gs>
                <a:gs pos="7000">
                  <a:schemeClr val="accent1"/>
                </a:gs>
                <a:gs pos="49000">
                  <a:srgbClr val="00B050"/>
                </a:gs>
                <a:gs pos="100000">
                  <a:srgbClr val="7030A0"/>
                </a:gs>
              </a:gsLst>
              <a:lin ang="5400000" scaled="0"/>
            </a:gra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</p:grpSp>
      <p:grpSp>
        <p:nvGrpSpPr>
          <p:cNvPr id="241" name="Group 240"/>
          <p:cNvGrpSpPr/>
          <p:nvPr/>
        </p:nvGrpSpPr>
        <p:grpSpPr>
          <a:xfrm rot="5400000">
            <a:off x="11101070" y="4090670"/>
            <a:ext cx="1097280" cy="274320"/>
            <a:chOff x="13688" y="2947"/>
            <a:chExt cx="1728" cy="432"/>
          </a:xfrm>
        </p:grpSpPr>
        <p:sp>
          <p:nvSpPr>
            <p:cNvPr id="242" name="Rectangles 241"/>
            <p:cNvSpPr/>
            <p:nvPr/>
          </p:nvSpPr>
          <p:spPr>
            <a:xfrm>
              <a:off x="13688" y="2947"/>
              <a:ext cx="432" cy="432"/>
            </a:xfrm>
            <a:prstGeom prst="rect">
              <a:avLst/>
            </a:prstGeom>
            <a:gradFill>
              <a:gsLst>
                <a:gs pos="22000">
                  <a:srgbClr val="FF6600"/>
                </a:gs>
                <a:gs pos="0">
                  <a:schemeClr val="bg1"/>
                </a:gs>
                <a:gs pos="7000">
                  <a:schemeClr val="accent1"/>
                </a:gs>
                <a:gs pos="49000">
                  <a:srgbClr val="00B050"/>
                </a:gs>
                <a:gs pos="100000">
                  <a:srgbClr val="7030A0"/>
                </a:gs>
              </a:gsLst>
              <a:lin ang="5400000" scaled="0"/>
            </a:gra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43" name="Rectangles 242"/>
            <p:cNvSpPr/>
            <p:nvPr/>
          </p:nvSpPr>
          <p:spPr>
            <a:xfrm>
              <a:off x="14120" y="2947"/>
              <a:ext cx="432" cy="432"/>
            </a:xfrm>
            <a:prstGeom prst="rect">
              <a:avLst/>
            </a:prstGeom>
            <a:gradFill>
              <a:gsLst>
                <a:gs pos="22000">
                  <a:srgbClr val="FF6600"/>
                </a:gs>
                <a:gs pos="0">
                  <a:schemeClr val="bg1"/>
                </a:gs>
                <a:gs pos="7000">
                  <a:schemeClr val="accent1"/>
                </a:gs>
                <a:gs pos="49000">
                  <a:srgbClr val="00B050"/>
                </a:gs>
                <a:gs pos="100000">
                  <a:srgbClr val="7030A0"/>
                </a:gs>
              </a:gsLst>
              <a:lin ang="5400000" scaled="0"/>
            </a:gra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44" name="Rectangles 243"/>
            <p:cNvSpPr/>
            <p:nvPr/>
          </p:nvSpPr>
          <p:spPr>
            <a:xfrm>
              <a:off x="14552" y="2947"/>
              <a:ext cx="432" cy="432"/>
            </a:xfrm>
            <a:prstGeom prst="rect">
              <a:avLst/>
            </a:prstGeom>
            <a:gradFill>
              <a:gsLst>
                <a:gs pos="22000">
                  <a:srgbClr val="FF6600"/>
                </a:gs>
                <a:gs pos="0">
                  <a:schemeClr val="bg1"/>
                </a:gs>
                <a:gs pos="7000">
                  <a:schemeClr val="accent1"/>
                </a:gs>
                <a:gs pos="49000">
                  <a:srgbClr val="00B050"/>
                </a:gs>
                <a:gs pos="100000">
                  <a:srgbClr val="7030A0"/>
                </a:gs>
              </a:gsLst>
              <a:lin ang="5400000" scaled="0"/>
            </a:gra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45" name="Rectangles 244"/>
            <p:cNvSpPr/>
            <p:nvPr/>
          </p:nvSpPr>
          <p:spPr>
            <a:xfrm>
              <a:off x="14984" y="2947"/>
              <a:ext cx="432" cy="432"/>
            </a:xfrm>
            <a:prstGeom prst="rect">
              <a:avLst/>
            </a:prstGeom>
            <a:gradFill>
              <a:gsLst>
                <a:gs pos="22000">
                  <a:srgbClr val="FF6600"/>
                </a:gs>
                <a:gs pos="0">
                  <a:schemeClr val="bg1"/>
                </a:gs>
                <a:gs pos="7000">
                  <a:schemeClr val="accent1"/>
                </a:gs>
                <a:gs pos="49000">
                  <a:srgbClr val="00B050"/>
                </a:gs>
                <a:gs pos="100000">
                  <a:srgbClr val="7030A0"/>
                </a:gs>
              </a:gsLst>
              <a:lin ang="5400000" scaled="0"/>
            </a:gra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204</Words>
  <Application>WPS Presentation</Application>
  <PresentationFormat>宽屏</PresentationFormat>
  <Paragraphs>74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4" baseType="lpstr">
      <vt:lpstr>Arial</vt:lpstr>
      <vt:lpstr>SimSun</vt:lpstr>
      <vt:lpstr>Wingdings</vt:lpstr>
      <vt:lpstr>Arial Black</vt:lpstr>
      <vt:lpstr>Microsoft YaHei</vt:lpstr>
      <vt:lpstr>文泉驿微米黑</vt:lpstr>
      <vt:lpstr>Arial Unicode MS</vt:lpstr>
      <vt:lpstr>SimSun</vt:lpstr>
      <vt:lpstr>SimSun</vt:lpstr>
      <vt:lpstr>Times New Roman</vt:lpstr>
      <vt:lpstr>DejaVu Math TeX Gyre</vt:lpstr>
      <vt:lpstr>Noto Emoji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john</cp:lastModifiedBy>
  <cp:revision>8</cp:revision>
  <dcterms:created xsi:type="dcterms:W3CDTF">2026-02-12T10:23:18Z</dcterms:created>
  <dcterms:modified xsi:type="dcterms:W3CDTF">2026-02-12T10:23:18Z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1033-12.1.0.17885</vt:lpwstr>
  </property>
  <property fmtid="{D5CDD505-2E9C-101B-9397-08002B2CF9AE}" pid="3" name="ICV">
    <vt:lpwstr>EA0C2EA4B17B26C1ED9E8D698A68CDC4_41</vt:lpwstr>
  </property>
</Properties>
</file>